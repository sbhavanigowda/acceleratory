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ags/tag14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8.xml" ContentType="application/vnd.openxmlformats-officedocument.theme+xml"/>
  <Override PartName="/ppt/slideLayouts/slideLayout12.xml" ContentType="application/vnd.openxmlformats-officedocument.presentationml.slideLayout+xml"/>
  <Override PartName="/ppt/theme/theme9.xml" ContentType="application/vnd.openxmlformats-officedocument.theme+xml"/>
  <Override PartName="/ppt/slideLayouts/slideLayout13.xml" ContentType="application/vnd.openxmlformats-officedocument.presentationml.slideLayout+xml"/>
  <Override PartName="/ppt/theme/theme10.xml" ContentType="application/vnd.openxmlformats-officedocument.theme+xml"/>
  <Override PartName="/ppt/tags/tag15.xml" ContentType="application/vnd.openxmlformats-officedocument.presentationml.tags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4" r:id="rId2"/>
    <p:sldMasterId id="2147483666" r:id="rId3"/>
    <p:sldMasterId id="2147483667" r:id="rId4"/>
    <p:sldMasterId id="2147483669" r:id="rId5"/>
    <p:sldMasterId id="2147483671" r:id="rId6"/>
    <p:sldMasterId id="2147483673" r:id="rId7"/>
    <p:sldMasterId id="2147483675" r:id="rId8"/>
    <p:sldMasterId id="2147483677" r:id="rId9"/>
    <p:sldMasterId id="2147483728" r:id="rId10"/>
  </p:sldMasterIdLst>
  <p:notesMasterIdLst>
    <p:notesMasterId r:id="rId23"/>
  </p:notesMasterIdLst>
  <p:sldIdLst>
    <p:sldId id="1881839158" r:id="rId11"/>
    <p:sldId id="2146847240" r:id="rId12"/>
    <p:sldId id="2146847248" r:id="rId13"/>
    <p:sldId id="2146847253" r:id="rId14"/>
    <p:sldId id="260" r:id="rId15"/>
    <p:sldId id="270" r:id="rId16"/>
    <p:sldId id="2146847249" r:id="rId17"/>
    <p:sldId id="2146847250" r:id="rId18"/>
    <p:sldId id="2146847246" r:id="rId19"/>
    <p:sldId id="2146847251" r:id="rId20"/>
    <p:sldId id="2146847252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0F120B-C413-40C5-9024-9CEFD499983B}" v="93" dt="2025-12-12T07:28:05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70" d="100"/>
          <a:sy n="70" d="100"/>
        </p:scale>
        <p:origin x="4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ani S" userId="591fa8db-8382-473b-83b4-bfc157c48d07" providerId="ADAL" clId="{36CFC3D0-E750-42CB-9943-F931571692DE}"/>
    <pc:docChg chg="undo custSel addSld delSld modSld sldOrd delMainMaster">
      <pc:chgData name="Bhavani S" userId="591fa8db-8382-473b-83b4-bfc157c48d07" providerId="ADAL" clId="{36CFC3D0-E750-42CB-9943-F931571692DE}" dt="2025-12-12T07:28:27.450" v="1049" actId="47"/>
      <pc:docMkLst>
        <pc:docMk/>
      </pc:docMkLst>
      <pc:sldChg chg="addSp delSp modSp mod ord">
        <pc:chgData name="Bhavani S" userId="591fa8db-8382-473b-83b4-bfc157c48d07" providerId="ADAL" clId="{36CFC3D0-E750-42CB-9943-F931571692DE}" dt="2025-12-12T07:27:34.952" v="1036" actId="1076"/>
        <pc:sldMkLst>
          <pc:docMk/>
          <pc:sldMk cId="3065260264" sldId="260"/>
        </pc:sldMkLst>
        <pc:spChg chg="add mod">
          <ac:chgData name="Bhavani S" userId="591fa8db-8382-473b-83b4-bfc157c48d07" providerId="ADAL" clId="{36CFC3D0-E750-42CB-9943-F931571692DE}" dt="2025-12-10T14:37:58.223" v="59" actId="5793"/>
          <ac:spMkLst>
            <pc:docMk/>
            <pc:sldMk cId="3065260264" sldId="260"/>
            <ac:spMk id="2" creationId="{E16C1B70-AF91-1C6C-0813-05A5663A7511}"/>
          </ac:spMkLst>
        </pc:spChg>
        <pc:spChg chg="add mod">
          <ac:chgData name="Bhavani S" userId="591fa8db-8382-473b-83b4-bfc157c48d07" providerId="ADAL" clId="{36CFC3D0-E750-42CB-9943-F931571692DE}" dt="2025-12-12T07:27:18.797" v="1033" actId="20577"/>
          <ac:spMkLst>
            <pc:docMk/>
            <pc:sldMk cId="3065260264" sldId="260"/>
            <ac:spMk id="6" creationId="{7F39B695-AC7C-D9B9-B9E0-C88815469155}"/>
          </ac:spMkLst>
        </pc:spChg>
        <pc:picChg chg="add del mod">
          <ac:chgData name="Bhavani S" userId="591fa8db-8382-473b-83b4-bfc157c48d07" providerId="ADAL" clId="{36CFC3D0-E750-42CB-9943-F931571692DE}" dt="2025-12-11T06:47:54.177" v="393" actId="478"/>
          <ac:picMkLst>
            <pc:docMk/>
            <pc:sldMk cId="3065260264" sldId="260"/>
            <ac:picMk id="4" creationId="{C333AFB2-7259-5B5B-7E51-C346999AE3F0}"/>
          </ac:picMkLst>
        </pc:picChg>
        <pc:picChg chg="add mod">
          <ac:chgData name="Bhavani S" userId="591fa8db-8382-473b-83b4-bfc157c48d07" providerId="ADAL" clId="{36CFC3D0-E750-42CB-9943-F931571692DE}" dt="2025-12-12T07:27:34.952" v="1036" actId="1076"/>
          <ac:picMkLst>
            <pc:docMk/>
            <pc:sldMk cId="3065260264" sldId="260"/>
            <ac:picMk id="5" creationId="{324B3BA3-A9C7-C621-FB7C-4C1CAAD14D24}"/>
          </ac:picMkLst>
        </pc:picChg>
      </pc:sldChg>
      <pc:sldChg chg="addSp delSp modSp del mod">
        <pc:chgData name="Bhavani S" userId="591fa8db-8382-473b-83b4-bfc157c48d07" providerId="ADAL" clId="{36CFC3D0-E750-42CB-9943-F931571692DE}" dt="2025-12-10T14:54:39.655" v="82" actId="2696"/>
        <pc:sldMkLst>
          <pc:docMk/>
          <pc:sldMk cId="1537229070" sldId="261"/>
        </pc:sldMkLst>
      </pc:sldChg>
      <pc:sldChg chg="addSp delSp modSp del mod ord">
        <pc:chgData name="Bhavani S" userId="591fa8db-8382-473b-83b4-bfc157c48d07" providerId="ADAL" clId="{36CFC3D0-E750-42CB-9943-F931571692DE}" dt="2025-12-12T07:25:24.247" v="1016" actId="2696"/>
        <pc:sldMkLst>
          <pc:docMk/>
          <pc:sldMk cId="1892759940" sldId="263"/>
        </pc:sldMkLst>
        <pc:spChg chg="mod">
          <ac:chgData name="Bhavani S" userId="591fa8db-8382-473b-83b4-bfc157c48d07" providerId="ADAL" clId="{36CFC3D0-E750-42CB-9943-F931571692DE}" dt="2025-12-11T06:24:45.484" v="263" actId="255"/>
          <ac:spMkLst>
            <pc:docMk/>
            <pc:sldMk cId="1892759940" sldId="263"/>
            <ac:spMk id="35" creationId="{35D11835-4B96-1990-3253-1DA296559773}"/>
          </ac:spMkLst>
        </pc:spChg>
        <pc:spChg chg="mod">
          <ac:chgData name="Bhavani S" userId="591fa8db-8382-473b-83b4-bfc157c48d07" providerId="ADAL" clId="{36CFC3D0-E750-42CB-9943-F931571692DE}" dt="2025-12-11T06:32:09.903" v="311" actId="20577"/>
          <ac:spMkLst>
            <pc:docMk/>
            <pc:sldMk cId="1892759940" sldId="263"/>
            <ac:spMk id="37" creationId="{C56364A7-59D8-49F5-D5C2-7A93CC124D79}"/>
          </ac:spMkLst>
        </pc:spChg>
        <pc:spChg chg="mod">
          <ac:chgData name="Bhavani S" userId="591fa8db-8382-473b-83b4-bfc157c48d07" providerId="ADAL" clId="{36CFC3D0-E750-42CB-9943-F931571692DE}" dt="2025-12-11T06:30:41.523" v="299" actId="1076"/>
          <ac:spMkLst>
            <pc:docMk/>
            <pc:sldMk cId="1892759940" sldId="263"/>
            <ac:spMk id="38" creationId="{161FB3BD-49C5-FB42-7846-A74C7125D323}"/>
          </ac:spMkLst>
        </pc:spChg>
        <pc:spChg chg="mod">
          <ac:chgData name="Bhavani S" userId="591fa8db-8382-473b-83b4-bfc157c48d07" providerId="ADAL" clId="{36CFC3D0-E750-42CB-9943-F931571692DE}" dt="2025-12-11T06:30:41.523" v="299" actId="1076"/>
          <ac:spMkLst>
            <pc:docMk/>
            <pc:sldMk cId="1892759940" sldId="263"/>
            <ac:spMk id="40" creationId="{CBE18B7A-0ED2-5930-345C-0C78BBDA3E85}"/>
          </ac:spMkLst>
        </pc:spChg>
        <pc:spChg chg="mod">
          <ac:chgData name="Bhavani S" userId="591fa8db-8382-473b-83b4-bfc157c48d07" providerId="ADAL" clId="{36CFC3D0-E750-42CB-9943-F931571692DE}" dt="2025-12-11T06:30:41.523" v="299" actId="1076"/>
          <ac:spMkLst>
            <pc:docMk/>
            <pc:sldMk cId="1892759940" sldId="263"/>
            <ac:spMk id="41" creationId="{C689DB4E-0759-B827-CAA2-4D98AABF83A6}"/>
          </ac:spMkLst>
        </pc:spChg>
        <pc:spChg chg="mod">
          <ac:chgData name="Bhavani S" userId="591fa8db-8382-473b-83b4-bfc157c48d07" providerId="ADAL" clId="{36CFC3D0-E750-42CB-9943-F931571692DE}" dt="2025-12-11T06:30:41.523" v="299" actId="1076"/>
          <ac:spMkLst>
            <pc:docMk/>
            <pc:sldMk cId="1892759940" sldId="263"/>
            <ac:spMk id="42" creationId="{C80001FE-B066-060B-9CF2-650E869ED012}"/>
          </ac:spMkLst>
        </pc:spChg>
        <pc:spChg chg="mod">
          <ac:chgData name="Bhavani S" userId="591fa8db-8382-473b-83b4-bfc157c48d07" providerId="ADAL" clId="{36CFC3D0-E750-42CB-9943-F931571692DE}" dt="2025-12-11T06:32:22.881" v="313" actId="12"/>
          <ac:spMkLst>
            <pc:docMk/>
            <pc:sldMk cId="1892759940" sldId="263"/>
            <ac:spMk id="43" creationId="{4F17FC35-57D3-F58E-2D86-F4EB2AACC43B}"/>
          </ac:spMkLst>
        </pc:spChg>
        <pc:spChg chg="mod">
          <ac:chgData name="Bhavani S" userId="591fa8db-8382-473b-83b4-bfc157c48d07" providerId="ADAL" clId="{36CFC3D0-E750-42CB-9943-F931571692DE}" dt="2025-12-11T06:30:19.426" v="298" actId="1076"/>
          <ac:spMkLst>
            <pc:docMk/>
            <pc:sldMk cId="1892759940" sldId="263"/>
            <ac:spMk id="45" creationId="{BE9316DF-7DA6-3342-8720-88079C970774}"/>
          </ac:spMkLst>
        </pc:spChg>
        <pc:spChg chg="mod">
          <ac:chgData name="Bhavani S" userId="591fa8db-8382-473b-83b4-bfc157c48d07" providerId="ADAL" clId="{36CFC3D0-E750-42CB-9943-F931571692DE}" dt="2025-12-11T06:30:41.523" v="299" actId="1076"/>
          <ac:spMkLst>
            <pc:docMk/>
            <pc:sldMk cId="1892759940" sldId="263"/>
            <ac:spMk id="47" creationId="{CF46ECFB-A552-4FB0-698A-FB2685889D1A}"/>
          </ac:spMkLst>
        </pc:spChg>
        <pc:spChg chg="mod">
          <ac:chgData name="Bhavani S" userId="591fa8db-8382-473b-83b4-bfc157c48d07" providerId="ADAL" clId="{36CFC3D0-E750-42CB-9943-F931571692DE}" dt="2025-12-11T06:30:41.523" v="299" actId="1076"/>
          <ac:spMkLst>
            <pc:docMk/>
            <pc:sldMk cId="1892759940" sldId="263"/>
            <ac:spMk id="48" creationId="{95448884-4CFE-E5F2-F066-E488DD0379FA}"/>
          </ac:spMkLst>
        </pc:spChg>
        <pc:spChg chg="mod">
          <ac:chgData name="Bhavani S" userId="591fa8db-8382-473b-83b4-bfc157c48d07" providerId="ADAL" clId="{36CFC3D0-E750-42CB-9943-F931571692DE}" dt="2025-12-11T06:32:00.460" v="308" actId="20577"/>
          <ac:spMkLst>
            <pc:docMk/>
            <pc:sldMk cId="1892759940" sldId="263"/>
            <ac:spMk id="49" creationId="{603DAB08-5A91-06C9-1140-7823AB0A5259}"/>
          </ac:spMkLst>
        </pc:spChg>
        <pc:spChg chg="mod">
          <ac:chgData name="Bhavani S" userId="591fa8db-8382-473b-83b4-bfc157c48d07" providerId="ADAL" clId="{36CFC3D0-E750-42CB-9943-F931571692DE}" dt="2025-12-11T06:30:41.523" v="299" actId="1076"/>
          <ac:spMkLst>
            <pc:docMk/>
            <pc:sldMk cId="1892759940" sldId="263"/>
            <ac:spMk id="53" creationId="{755DD0C6-CBB4-D94A-D342-73F1799CD217}"/>
          </ac:spMkLst>
        </pc:spChg>
        <pc:spChg chg="mod">
          <ac:chgData name="Bhavani S" userId="591fa8db-8382-473b-83b4-bfc157c48d07" providerId="ADAL" clId="{36CFC3D0-E750-42CB-9943-F931571692DE}" dt="2025-12-11T06:30:41.523" v="299" actId="1076"/>
          <ac:spMkLst>
            <pc:docMk/>
            <pc:sldMk cId="1892759940" sldId="263"/>
            <ac:spMk id="54" creationId="{F7C0743B-2912-290E-0ADD-F12FCCABF3BC}"/>
          </ac:spMkLst>
        </pc:spChg>
        <pc:picChg chg="add mod">
          <ac:chgData name="Bhavani S" userId="591fa8db-8382-473b-83b4-bfc157c48d07" providerId="ADAL" clId="{36CFC3D0-E750-42CB-9943-F931571692DE}" dt="2025-12-11T06:34:16.324" v="316" actId="1076"/>
          <ac:picMkLst>
            <pc:docMk/>
            <pc:sldMk cId="1892759940" sldId="263"/>
            <ac:picMk id="2" creationId="{C898B2F3-A04A-F3E4-F4BB-2F03389CE8DE}"/>
          </ac:picMkLst>
        </pc:picChg>
        <pc:picChg chg="del">
          <ac:chgData name="Bhavani S" userId="591fa8db-8382-473b-83b4-bfc157c48d07" providerId="ADAL" clId="{36CFC3D0-E750-42CB-9943-F931571692DE}" dt="2025-12-11T06:29:08.373" v="292" actId="478"/>
          <ac:picMkLst>
            <pc:docMk/>
            <pc:sldMk cId="1892759940" sldId="263"/>
            <ac:picMk id="55" creationId="{A88C30E1-18B5-0394-8B35-3EDEC2E69CDC}"/>
          </ac:picMkLst>
        </pc:picChg>
      </pc:sldChg>
      <pc:sldChg chg="addSp delSp modSp del mod ord">
        <pc:chgData name="Bhavani S" userId="591fa8db-8382-473b-83b4-bfc157c48d07" providerId="ADAL" clId="{36CFC3D0-E750-42CB-9943-F931571692DE}" dt="2025-12-12T07:28:27.450" v="1049" actId="47"/>
        <pc:sldMkLst>
          <pc:docMk/>
          <pc:sldMk cId="524699796" sldId="265"/>
        </pc:sldMkLst>
        <pc:spChg chg="del">
          <ac:chgData name="Bhavani S" userId="591fa8db-8382-473b-83b4-bfc157c48d07" providerId="ADAL" clId="{36CFC3D0-E750-42CB-9943-F931571692DE}" dt="2025-12-11T06:40:13.733" v="360" actId="478"/>
          <ac:spMkLst>
            <pc:docMk/>
            <pc:sldMk cId="524699796" sldId="265"/>
            <ac:spMk id="2" creationId="{89E7142A-8747-EFAB-91ED-A144E2961E22}"/>
          </ac:spMkLst>
        </pc:spChg>
        <pc:spChg chg="del">
          <ac:chgData name="Bhavani S" userId="591fa8db-8382-473b-83b4-bfc157c48d07" providerId="ADAL" clId="{36CFC3D0-E750-42CB-9943-F931571692DE}" dt="2025-12-11T06:40:13.733" v="360" actId="478"/>
          <ac:spMkLst>
            <pc:docMk/>
            <pc:sldMk cId="524699796" sldId="265"/>
            <ac:spMk id="3" creationId="{9DF49C0A-EF92-BAC9-AAFC-8BFC10BC8648}"/>
          </ac:spMkLst>
        </pc:spChg>
        <pc:spChg chg="add del mod">
          <ac:chgData name="Bhavani S" userId="591fa8db-8382-473b-83b4-bfc157c48d07" providerId="ADAL" clId="{36CFC3D0-E750-42CB-9943-F931571692DE}" dt="2025-12-12T07:27:53" v="1040"/>
          <ac:spMkLst>
            <pc:docMk/>
            <pc:sldMk cId="524699796" sldId="265"/>
            <ac:spMk id="4" creationId="{A033AE04-BAA3-3CEA-7287-C46C043E1C84}"/>
          </ac:spMkLst>
        </pc:spChg>
        <pc:spChg chg="del">
          <ac:chgData name="Bhavani S" userId="591fa8db-8382-473b-83b4-bfc157c48d07" providerId="ADAL" clId="{36CFC3D0-E750-42CB-9943-F931571692DE}" dt="2025-12-11T06:40:13.733" v="360" actId="478"/>
          <ac:spMkLst>
            <pc:docMk/>
            <pc:sldMk cId="524699796" sldId="265"/>
            <ac:spMk id="2055" creationId="{F5F28DF4-08D5-4BC4-84A1-C0DCA66F483F}"/>
          </ac:spMkLst>
        </pc:spChg>
        <pc:spChg chg="del">
          <ac:chgData name="Bhavani S" userId="591fa8db-8382-473b-83b4-bfc157c48d07" providerId="ADAL" clId="{36CFC3D0-E750-42CB-9943-F931571692DE}" dt="2025-12-11T06:40:13.733" v="360" actId="478"/>
          <ac:spMkLst>
            <pc:docMk/>
            <pc:sldMk cId="524699796" sldId="265"/>
            <ac:spMk id="2057" creationId="{89AE0452-FADF-4CC9-8A9B-B5393D499F44}"/>
          </ac:spMkLst>
        </pc:spChg>
        <pc:picChg chg="add del mod">
          <ac:chgData name="Bhavani S" userId="591fa8db-8382-473b-83b4-bfc157c48d07" providerId="ADAL" clId="{36CFC3D0-E750-42CB-9943-F931571692DE}" dt="2025-12-12T07:28:02.180" v="1043" actId="21"/>
          <ac:picMkLst>
            <pc:docMk/>
            <pc:sldMk cId="524699796" sldId="265"/>
            <ac:picMk id="6" creationId="{C46616B9-5EC4-FBEB-6D13-6B15CC1C642D}"/>
          </ac:picMkLst>
        </pc:picChg>
        <pc:picChg chg="del">
          <ac:chgData name="Bhavani S" userId="591fa8db-8382-473b-83b4-bfc157c48d07" providerId="ADAL" clId="{36CFC3D0-E750-42CB-9943-F931571692DE}" dt="2025-12-11T06:40:13.733" v="360" actId="478"/>
          <ac:picMkLst>
            <pc:docMk/>
            <pc:sldMk cId="524699796" sldId="265"/>
            <ac:picMk id="2050" creationId="{7D035B4A-99AD-8214-9EEA-4F81522ECCD2}"/>
          </ac:picMkLst>
        </pc:picChg>
      </pc:sldChg>
      <pc:sldChg chg="del">
        <pc:chgData name="Bhavani S" userId="591fa8db-8382-473b-83b4-bfc157c48d07" providerId="ADAL" clId="{36CFC3D0-E750-42CB-9943-F931571692DE}" dt="2025-12-11T06:46:22.596" v="392" actId="2696"/>
        <pc:sldMkLst>
          <pc:docMk/>
          <pc:sldMk cId="2832296428" sldId="267"/>
        </pc:sldMkLst>
      </pc:sldChg>
      <pc:sldChg chg="addSp delSp modSp mod">
        <pc:chgData name="Bhavani S" userId="591fa8db-8382-473b-83b4-bfc157c48d07" providerId="ADAL" clId="{36CFC3D0-E750-42CB-9943-F931571692DE}" dt="2025-12-10T14:13:29.175" v="13" actId="1076"/>
        <pc:sldMkLst>
          <pc:docMk/>
          <pc:sldMk cId="1609258892" sldId="268"/>
        </pc:sldMkLst>
        <pc:spChg chg="mod">
          <ac:chgData name="Bhavani S" userId="591fa8db-8382-473b-83b4-bfc157c48d07" providerId="ADAL" clId="{36CFC3D0-E750-42CB-9943-F931571692DE}" dt="2025-12-10T14:13:19.301" v="11" actId="26606"/>
          <ac:spMkLst>
            <pc:docMk/>
            <pc:sldMk cId="1609258892" sldId="268"/>
            <ac:spMk id="3" creationId="{BAF69C25-A6D4-36EB-3964-9E66D1EFCD9C}"/>
          </ac:spMkLst>
        </pc:spChg>
        <pc:picChg chg="add mod">
          <ac:chgData name="Bhavani S" userId="591fa8db-8382-473b-83b4-bfc157c48d07" providerId="ADAL" clId="{36CFC3D0-E750-42CB-9943-F931571692DE}" dt="2025-12-10T14:13:29.175" v="13" actId="1076"/>
          <ac:picMkLst>
            <pc:docMk/>
            <pc:sldMk cId="1609258892" sldId="268"/>
            <ac:picMk id="5" creationId="{7F8BA557-81F7-2747-7830-7551FCD5F395}"/>
          </ac:picMkLst>
        </pc:picChg>
      </pc:sldChg>
      <pc:sldChg chg="addSp delSp modSp mod ord">
        <pc:chgData name="Bhavani S" userId="591fa8db-8382-473b-83b4-bfc157c48d07" providerId="ADAL" clId="{36CFC3D0-E750-42CB-9943-F931571692DE}" dt="2025-12-12T06:50:31.202" v="723" actId="1076"/>
        <pc:sldMkLst>
          <pc:docMk/>
          <pc:sldMk cId="1756076158" sldId="270"/>
        </pc:sldMkLst>
        <pc:spChg chg="add mod">
          <ac:chgData name="Bhavani S" userId="591fa8db-8382-473b-83b4-bfc157c48d07" providerId="ADAL" clId="{36CFC3D0-E750-42CB-9943-F931571692DE}" dt="2025-12-12T06:47:36.316" v="712" actId="1076"/>
          <ac:spMkLst>
            <pc:docMk/>
            <pc:sldMk cId="1756076158" sldId="270"/>
            <ac:spMk id="2" creationId="{C0511A0E-BBDE-EB45-0CC9-B006492E32F2}"/>
          </ac:spMkLst>
        </pc:spChg>
        <pc:spChg chg="add del">
          <ac:chgData name="Bhavani S" userId="591fa8db-8382-473b-83b4-bfc157c48d07" providerId="ADAL" clId="{36CFC3D0-E750-42CB-9943-F931571692DE}" dt="2025-12-12T06:42:31.349" v="680" actId="22"/>
          <ac:spMkLst>
            <pc:docMk/>
            <pc:sldMk cId="1756076158" sldId="270"/>
            <ac:spMk id="4" creationId="{9C9257E0-68DA-7A93-F2EA-CEE23A0BBE72}"/>
          </ac:spMkLst>
        </pc:spChg>
        <pc:spChg chg="add mod">
          <ac:chgData name="Bhavani S" userId="591fa8db-8382-473b-83b4-bfc157c48d07" providerId="ADAL" clId="{36CFC3D0-E750-42CB-9943-F931571692DE}" dt="2025-12-12T06:49:53.295" v="719" actId="1076"/>
          <ac:spMkLst>
            <pc:docMk/>
            <pc:sldMk cId="1756076158" sldId="270"/>
            <ac:spMk id="6" creationId="{41B97906-778B-9660-28FC-0722D40E435C}"/>
          </ac:spMkLst>
        </pc:spChg>
        <pc:spChg chg="mod">
          <ac:chgData name="Bhavani S" userId="591fa8db-8382-473b-83b4-bfc157c48d07" providerId="ADAL" clId="{36CFC3D0-E750-42CB-9943-F931571692DE}" dt="2025-12-12T06:39:06.620" v="653" actId="1076"/>
          <ac:spMkLst>
            <pc:docMk/>
            <pc:sldMk cId="1756076158" sldId="270"/>
            <ac:spMk id="31" creationId="{77853FDF-175F-67C3-0F18-AD9EAFD78AB0}"/>
          </ac:spMkLst>
        </pc:spChg>
        <pc:spChg chg="mod">
          <ac:chgData name="Bhavani S" userId="591fa8db-8382-473b-83b4-bfc157c48d07" providerId="ADAL" clId="{36CFC3D0-E750-42CB-9943-F931571692DE}" dt="2025-12-12T06:50:31.202" v="723" actId="1076"/>
          <ac:spMkLst>
            <pc:docMk/>
            <pc:sldMk cId="1756076158" sldId="270"/>
            <ac:spMk id="36" creationId="{6222FA7E-BA2A-F685-CC08-827E2ED92DB5}"/>
          </ac:spMkLst>
        </pc:spChg>
        <pc:spChg chg="mod">
          <ac:chgData name="Bhavani S" userId="591fa8db-8382-473b-83b4-bfc157c48d07" providerId="ADAL" clId="{36CFC3D0-E750-42CB-9943-F931571692DE}" dt="2025-12-12T06:50:31.202" v="723" actId="1076"/>
          <ac:spMkLst>
            <pc:docMk/>
            <pc:sldMk cId="1756076158" sldId="270"/>
            <ac:spMk id="37" creationId="{500BF060-B484-D6BD-83EB-BD86298B7709}"/>
          </ac:spMkLst>
        </pc:spChg>
        <pc:spChg chg="mod">
          <ac:chgData name="Bhavani S" userId="591fa8db-8382-473b-83b4-bfc157c48d07" providerId="ADAL" clId="{36CFC3D0-E750-42CB-9943-F931571692DE}" dt="2025-12-12T06:50:31.202" v="723" actId="1076"/>
          <ac:spMkLst>
            <pc:docMk/>
            <pc:sldMk cId="1756076158" sldId="270"/>
            <ac:spMk id="38" creationId="{CF20DAE7-7E32-F4CE-5131-ECA8388D7CEA}"/>
          </ac:spMkLst>
        </pc:spChg>
        <pc:spChg chg="mod">
          <ac:chgData name="Bhavani S" userId="591fa8db-8382-473b-83b4-bfc157c48d07" providerId="ADAL" clId="{36CFC3D0-E750-42CB-9943-F931571692DE}" dt="2025-12-12T06:50:31.202" v="723" actId="1076"/>
          <ac:spMkLst>
            <pc:docMk/>
            <pc:sldMk cId="1756076158" sldId="270"/>
            <ac:spMk id="39" creationId="{B9FC358B-F820-7760-8909-DD7BC62606D4}"/>
          </ac:spMkLst>
        </pc:spChg>
        <pc:spChg chg="mod">
          <ac:chgData name="Bhavani S" userId="591fa8db-8382-473b-83b4-bfc157c48d07" providerId="ADAL" clId="{36CFC3D0-E750-42CB-9943-F931571692DE}" dt="2025-12-12T06:46:56.274" v="706" actId="1076"/>
          <ac:spMkLst>
            <pc:docMk/>
            <pc:sldMk cId="1756076158" sldId="270"/>
            <ac:spMk id="40" creationId="{FD461BD6-3A85-9406-76B8-8A6DF9711EE9}"/>
          </ac:spMkLst>
        </pc:spChg>
        <pc:spChg chg="mod">
          <ac:chgData name="Bhavani S" userId="591fa8db-8382-473b-83b4-bfc157c48d07" providerId="ADAL" clId="{36CFC3D0-E750-42CB-9943-F931571692DE}" dt="2025-12-12T06:46:56.274" v="706" actId="1076"/>
          <ac:spMkLst>
            <pc:docMk/>
            <pc:sldMk cId="1756076158" sldId="270"/>
            <ac:spMk id="41" creationId="{EE49B703-AC13-FA26-7751-F9F2D9B7BB23}"/>
          </ac:spMkLst>
        </pc:spChg>
        <pc:spChg chg="mod">
          <ac:chgData name="Bhavani S" userId="591fa8db-8382-473b-83b4-bfc157c48d07" providerId="ADAL" clId="{36CFC3D0-E750-42CB-9943-F931571692DE}" dt="2025-12-12T06:50:31.202" v="723" actId="1076"/>
          <ac:spMkLst>
            <pc:docMk/>
            <pc:sldMk cId="1756076158" sldId="270"/>
            <ac:spMk id="42" creationId="{AB3E1DE0-A89C-BFF3-FB1E-37B9C9A432C3}"/>
          </ac:spMkLst>
        </pc:spChg>
        <pc:spChg chg="mod">
          <ac:chgData name="Bhavani S" userId="591fa8db-8382-473b-83b4-bfc157c48d07" providerId="ADAL" clId="{36CFC3D0-E750-42CB-9943-F931571692DE}" dt="2025-12-12T06:50:31.202" v="723" actId="1076"/>
          <ac:spMkLst>
            <pc:docMk/>
            <pc:sldMk cId="1756076158" sldId="270"/>
            <ac:spMk id="43" creationId="{C7B6A78B-4038-1A69-9CE5-0FDD6A9C660F}"/>
          </ac:spMkLst>
        </pc:spChg>
        <pc:spChg chg="mod">
          <ac:chgData name="Bhavani S" userId="591fa8db-8382-473b-83b4-bfc157c48d07" providerId="ADAL" clId="{36CFC3D0-E750-42CB-9943-F931571692DE}" dt="2025-12-12T06:47:11.234" v="707" actId="14100"/>
          <ac:spMkLst>
            <pc:docMk/>
            <pc:sldMk cId="1756076158" sldId="270"/>
            <ac:spMk id="44" creationId="{FE92B515-4D70-69E8-ABE5-4150D0B8CC9E}"/>
          </ac:spMkLst>
        </pc:spChg>
        <pc:spChg chg="mod">
          <ac:chgData name="Bhavani S" userId="591fa8db-8382-473b-83b4-bfc157c48d07" providerId="ADAL" clId="{36CFC3D0-E750-42CB-9943-F931571692DE}" dt="2025-12-12T06:50:31.202" v="723" actId="1076"/>
          <ac:spMkLst>
            <pc:docMk/>
            <pc:sldMk cId="1756076158" sldId="270"/>
            <ac:spMk id="45" creationId="{A1A2F72B-1876-B404-D313-541BF1BA0BF4}"/>
          </ac:spMkLst>
        </pc:spChg>
        <pc:spChg chg="mod">
          <ac:chgData name="Bhavani S" userId="591fa8db-8382-473b-83b4-bfc157c48d07" providerId="ADAL" clId="{36CFC3D0-E750-42CB-9943-F931571692DE}" dt="2025-12-12T06:50:31.202" v="723" actId="1076"/>
          <ac:spMkLst>
            <pc:docMk/>
            <pc:sldMk cId="1756076158" sldId="270"/>
            <ac:spMk id="46" creationId="{FAE1E66D-56B3-7D4E-B4D5-B47BB23519AE}"/>
          </ac:spMkLst>
        </pc:spChg>
        <pc:spChg chg="mod">
          <ac:chgData name="Bhavani S" userId="591fa8db-8382-473b-83b4-bfc157c48d07" providerId="ADAL" clId="{36CFC3D0-E750-42CB-9943-F931571692DE}" dt="2025-12-12T06:50:31.202" v="723" actId="1076"/>
          <ac:spMkLst>
            <pc:docMk/>
            <pc:sldMk cId="1756076158" sldId="270"/>
            <ac:spMk id="47" creationId="{13FDE4E4-8E3B-2D91-270C-D718864503AB}"/>
          </ac:spMkLst>
        </pc:spChg>
        <pc:spChg chg="mod">
          <ac:chgData name="Bhavani S" userId="591fa8db-8382-473b-83b4-bfc157c48d07" providerId="ADAL" clId="{36CFC3D0-E750-42CB-9943-F931571692DE}" dt="2025-12-12T06:50:31.202" v="723" actId="1076"/>
          <ac:spMkLst>
            <pc:docMk/>
            <pc:sldMk cId="1756076158" sldId="270"/>
            <ac:spMk id="48" creationId="{2296E139-2D24-2B10-1F91-1192E2981FF1}"/>
          </ac:spMkLst>
        </pc:spChg>
        <pc:grpChg chg="mod">
          <ac:chgData name="Bhavani S" userId="591fa8db-8382-473b-83b4-bfc157c48d07" providerId="ADAL" clId="{36CFC3D0-E750-42CB-9943-F931571692DE}" dt="2025-12-12T06:43:12.178" v="687" actId="14100"/>
          <ac:grpSpMkLst>
            <pc:docMk/>
            <pc:sldMk cId="1756076158" sldId="270"/>
            <ac:grpSpMk id="33" creationId="{480A0602-EE06-7C3F-E82A-774019E4FD5A}"/>
          </ac:grpSpMkLst>
        </pc:grpChg>
        <pc:graphicFrameChg chg="add mod modGraphic">
          <ac:chgData name="Bhavani S" userId="591fa8db-8382-473b-83b4-bfc157c48d07" providerId="ADAL" clId="{36CFC3D0-E750-42CB-9943-F931571692DE}" dt="2025-12-12T06:50:09.312" v="722" actId="14100"/>
          <ac:graphicFrameMkLst>
            <pc:docMk/>
            <pc:sldMk cId="1756076158" sldId="270"/>
            <ac:graphicFrameMk id="7" creationId="{2DF0E67A-25FB-AC4F-6625-788E7060CB15}"/>
          </ac:graphicFrameMkLst>
        </pc:graphicFrameChg>
      </pc:sldChg>
      <pc:sldChg chg="addSp modSp mod">
        <pc:chgData name="Bhavani S" userId="591fa8db-8382-473b-83b4-bfc157c48d07" providerId="ADAL" clId="{36CFC3D0-E750-42CB-9943-F931571692DE}" dt="2025-12-10T15:30:50.400" v="258" actId="255"/>
        <pc:sldMkLst>
          <pc:docMk/>
          <pc:sldMk cId="4135872221" sldId="1881839158"/>
        </pc:sldMkLst>
        <pc:spChg chg="add mod">
          <ac:chgData name="Bhavani S" userId="591fa8db-8382-473b-83b4-bfc157c48d07" providerId="ADAL" clId="{36CFC3D0-E750-42CB-9943-F931571692DE}" dt="2025-12-10T15:30:35.612" v="257" actId="1076"/>
          <ac:spMkLst>
            <pc:docMk/>
            <pc:sldMk cId="4135872221" sldId="1881839158"/>
            <ac:spMk id="2" creationId="{B2B9184D-15A5-ACEB-9967-A567C876E4A2}"/>
          </ac:spMkLst>
        </pc:spChg>
        <pc:spChg chg="mod">
          <ac:chgData name="Bhavani S" userId="591fa8db-8382-473b-83b4-bfc157c48d07" providerId="ADAL" clId="{36CFC3D0-E750-42CB-9943-F931571692DE}" dt="2025-12-10T15:30:50.400" v="258" actId="255"/>
          <ac:spMkLst>
            <pc:docMk/>
            <pc:sldMk cId="4135872221" sldId="1881839158"/>
            <ac:spMk id="8" creationId="{22593941-E3CB-4A1D-1350-C03A24A82F42}"/>
          </ac:spMkLst>
        </pc:spChg>
      </pc:sldChg>
      <pc:sldChg chg="addSp delSp modSp mod">
        <pc:chgData name="Bhavani S" userId="591fa8db-8382-473b-83b4-bfc157c48d07" providerId="ADAL" clId="{36CFC3D0-E750-42CB-9943-F931571692DE}" dt="2025-12-12T06:31:17.483" v="640" actId="1076"/>
        <pc:sldMkLst>
          <pc:docMk/>
          <pc:sldMk cId="3291433698" sldId="2146847240"/>
        </pc:sldMkLst>
        <pc:spChg chg="add mod">
          <ac:chgData name="Bhavani S" userId="591fa8db-8382-473b-83b4-bfc157c48d07" providerId="ADAL" clId="{36CFC3D0-E750-42CB-9943-F931571692DE}" dt="2025-12-11T07:16:09.213" v="456" actId="14100"/>
          <ac:spMkLst>
            <pc:docMk/>
            <pc:sldMk cId="3291433698" sldId="2146847240"/>
            <ac:spMk id="3" creationId="{6AC44F69-1A65-C390-A307-E0BB50E81777}"/>
          </ac:spMkLst>
        </pc:spChg>
        <pc:spChg chg="add mod">
          <ac:chgData name="Bhavani S" userId="591fa8db-8382-473b-83b4-bfc157c48d07" providerId="ADAL" clId="{36CFC3D0-E750-42CB-9943-F931571692DE}" dt="2025-12-12T06:31:17.483" v="640" actId="1076"/>
          <ac:spMkLst>
            <pc:docMk/>
            <pc:sldMk cId="3291433698" sldId="2146847240"/>
            <ac:spMk id="5" creationId="{8B906130-9DCD-587B-0F62-F364D943210E}"/>
          </ac:spMkLst>
        </pc:spChg>
        <pc:spChg chg="del mod">
          <ac:chgData name="Bhavani S" userId="591fa8db-8382-473b-83b4-bfc157c48d07" providerId="ADAL" clId="{36CFC3D0-E750-42CB-9943-F931571692DE}" dt="2025-12-11T07:04:37.813" v="413" actId="478"/>
          <ac:spMkLst>
            <pc:docMk/>
            <pc:sldMk cId="3291433698" sldId="2146847240"/>
            <ac:spMk id="6" creationId="{5806EE75-C96E-2EE3-EC1E-75C6CFE85A91}"/>
          </ac:spMkLst>
        </pc:spChg>
        <pc:spChg chg="del">
          <ac:chgData name="Bhavani S" userId="591fa8db-8382-473b-83b4-bfc157c48d07" providerId="ADAL" clId="{36CFC3D0-E750-42CB-9943-F931571692DE}" dt="2025-12-11T07:04:37.813" v="413" actId="478"/>
          <ac:spMkLst>
            <pc:docMk/>
            <pc:sldMk cId="3291433698" sldId="2146847240"/>
            <ac:spMk id="7" creationId="{CDD98887-01DB-836B-7F23-E2B05F9D0894}"/>
          </ac:spMkLst>
        </pc:spChg>
        <pc:spChg chg="del mod">
          <ac:chgData name="Bhavani S" userId="591fa8db-8382-473b-83b4-bfc157c48d07" providerId="ADAL" clId="{36CFC3D0-E750-42CB-9943-F931571692DE}" dt="2025-12-11T07:04:37.813" v="413" actId="478"/>
          <ac:spMkLst>
            <pc:docMk/>
            <pc:sldMk cId="3291433698" sldId="2146847240"/>
            <ac:spMk id="8" creationId="{D11E1EA7-36EB-E5F1-4806-741B31DA217C}"/>
          </ac:spMkLst>
        </pc:spChg>
        <pc:spChg chg="del">
          <ac:chgData name="Bhavani S" userId="591fa8db-8382-473b-83b4-bfc157c48d07" providerId="ADAL" clId="{36CFC3D0-E750-42CB-9943-F931571692DE}" dt="2025-12-11T07:04:37.813" v="413" actId="478"/>
          <ac:spMkLst>
            <pc:docMk/>
            <pc:sldMk cId="3291433698" sldId="2146847240"/>
            <ac:spMk id="9" creationId="{3AAD13A6-E84D-5E51-EFD5-ECCAA4341B8A}"/>
          </ac:spMkLst>
        </pc:spChg>
        <pc:spChg chg="del mod">
          <ac:chgData name="Bhavani S" userId="591fa8db-8382-473b-83b4-bfc157c48d07" providerId="ADAL" clId="{36CFC3D0-E750-42CB-9943-F931571692DE}" dt="2025-12-11T07:04:37.813" v="413" actId="478"/>
          <ac:spMkLst>
            <pc:docMk/>
            <pc:sldMk cId="3291433698" sldId="2146847240"/>
            <ac:spMk id="10" creationId="{73A82A64-0ADE-D880-D6CA-22844066AACD}"/>
          </ac:spMkLst>
        </pc:spChg>
        <pc:spChg chg="del">
          <ac:chgData name="Bhavani S" userId="591fa8db-8382-473b-83b4-bfc157c48d07" providerId="ADAL" clId="{36CFC3D0-E750-42CB-9943-F931571692DE}" dt="2025-12-11T07:04:37.813" v="413" actId="478"/>
          <ac:spMkLst>
            <pc:docMk/>
            <pc:sldMk cId="3291433698" sldId="2146847240"/>
            <ac:spMk id="11" creationId="{9DAAFB46-6C6C-F4D4-4808-7EA52D06F23F}"/>
          </ac:spMkLst>
        </pc:spChg>
        <pc:spChg chg="del mod">
          <ac:chgData name="Bhavani S" userId="591fa8db-8382-473b-83b4-bfc157c48d07" providerId="ADAL" clId="{36CFC3D0-E750-42CB-9943-F931571692DE}" dt="2025-12-11T07:04:37.813" v="413" actId="478"/>
          <ac:spMkLst>
            <pc:docMk/>
            <pc:sldMk cId="3291433698" sldId="2146847240"/>
            <ac:spMk id="12" creationId="{4FEDC312-950D-23A0-4A42-B2B801C58229}"/>
          </ac:spMkLst>
        </pc:spChg>
        <pc:spChg chg="del">
          <ac:chgData name="Bhavani S" userId="591fa8db-8382-473b-83b4-bfc157c48d07" providerId="ADAL" clId="{36CFC3D0-E750-42CB-9943-F931571692DE}" dt="2025-12-11T07:04:37.813" v="413" actId="478"/>
          <ac:spMkLst>
            <pc:docMk/>
            <pc:sldMk cId="3291433698" sldId="2146847240"/>
            <ac:spMk id="15" creationId="{8E864526-FC93-E537-2E0A-867B985AC047}"/>
          </ac:spMkLst>
        </pc:spChg>
        <pc:spChg chg="mod">
          <ac:chgData name="Bhavani S" userId="591fa8db-8382-473b-83b4-bfc157c48d07" providerId="ADAL" clId="{36CFC3D0-E750-42CB-9943-F931571692DE}" dt="2025-12-11T07:03:41.278" v="412" actId="20577"/>
          <ac:spMkLst>
            <pc:docMk/>
            <pc:sldMk cId="3291433698" sldId="2146847240"/>
            <ac:spMk id="19" creationId="{DEE35B29-6949-8665-B0E1-6A3A7B398680}"/>
          </ac:spMkLst>
        </pc:spChg>
        <pc:graphicFrameChg chg="add mod modGraphic">
          <ac:chgData name="Bhavani S" userId="591fa8db-8382-473b-83b4-bfc157c48d07" providerId="ADAL" clId="{36CFC3D0-E750-42CB-9943-F931571692DE}" dt="2025-12-12T06:31:04.256" v="639" actId="1076"/>
          <ac:graphicFrameMkLst>
            <pc:docMk/>
            <pc:sldMk cId="3291433698" sldId="2146847240"/>
            <ac:graphicFrameMk id="4" creationId="{7A582987-FD13-0DEA-5E59-15FD9BC9F11B}"/>
          </ac:graphicFrameMkLst>
        </pc:graphicFrameChg>
      </pc:sldChg>
      <pc:sldChg chg="addSp delSp modSp del mod modClrScheme chgLayout">
        <pc:chgData name="Bhavani S" userId="591fa8db-8382-473b-83b4-bfc157c48d07" providerId="ADAL" clId="{36CFC3D0-E750-42CB-9943-F931571692DE}" dt="2025-12-10T15:15:39.238" v="211" actId="47"/>
        <pc:sldMkLst>
          <pc:docMk/>
          <pc:sldMk cId="740524203" sldId="2146847243"/>
        </pc:sldMkLst>
      </pc:sldChg>
      <pc:sldChg chg="del">
        <pc:chgData name="Bhavani S" userId="591fa8db-8382-473b-83b4-bfc157c48d07" providerId="ADAL" clId="{36CFC3D0-E750-42CB-9943-F931571692DE}" dt="2025-12-11T06:37:29.655" v="336" actId="2696"/>
        <pc:sldMkLst>
          <pc:docMk/>
          <pc:sldMk cId="3431459407" sldId="2146847244"/>
        </pc:sldMkLst>
      </pc:sldChg>
      <pc:sldChg chg="del ord">
        <pc:chgData name="Bhavani S" userId="591fa8db-8382-473b-83b4-bfc157c48d07" providerId="ADAL" clId="{36CFC3D0-E750-42CB-9943-F931571692DE}" dt="2025-12-12T07:25:27.588" v="1017" actId="2696"/>
        <pc:sldMkLst>
          <pc:docMk/>
          <pc:sldMk cId="3265191975" sldId="2146847245"/>
        </pc:sldMkLst>
      </pc:sldChg>
      <pc:sldChg chg="addSp delSp modSp add mod ord modClrScheme chgLayout">
        <pc:chgData name="Bhavani S" userId="591fa8db-8382-473b-83b4-bfc157c48d07" providerId="ADAL" clId="{36CFC3D0-E750-42CB-9943-F931571692DE}" dt="2025-12-11T06:35:55.259" v="328"/>
        <pc:sldMkLst>
          <pc:docMk/>
          <pc:sldMk cId="873695899" sldId="2146847246"/>
        </pc:sldMkLst>
        <pc:spChg chg="add mod ord">
          <ac:chgData name="Bhavani S" userId="591fa8db-8382-473b-83b4-bfc157c48d07" providerId="ADAL" clId="{36CFC3D0-E750-42CB-9943-F931571692DE}" dt="2025-12-10T15:14:51.184" v="205" actId="255"/>
          <ac:spMkLst>
            <pc:docMk/>
            <pc:sldMk cId="873695899" sldId="2146847246"/>
            <ac:spMk id="18" creationId="{3C710FA5-9FCC-AFF0-8089-812C1AE18A61}"/>
          </ac:spMkLst>
        </pc:spChg>
        <pc:graphicFrameChg chg="add mod modGraphic">
          <ac:chgData name="Bhavani S" userId="591fa8db-8382-473b-83b4-bfc157c48d07" providerId="ADAL" clId="{36CFC3D0-E750-42CB-9943-F931571692DE}" dt="2025-12-10T15:14:58.858" v="206" actId="1076"/>
          <ac:graphicFrameMkLst>
            <pc:docMk/>
            <pc:sldMk cId="873695899" sldId="2146847246"/>
            <ac:graphicFrameMk id="20" creationId="{C2725345-05B3-F7D2-1A70-92A7E2778FA5}"/>
          </ac:graphicFrameMkLst>
        </pc:graphicFrameChg>
      </pc:sldChg>
      <pc:sldChg chg="addSp delSp modSp del mod">
        <pc:chgData name="Bhavani S" userId="591fa8db-8382-473b-83b4-bfc157c48d07" providerId="ADAL" clId="{36CFC3D0-E750-42CB-9943-F931571692DE}" dt="2025-12-10T14:17:09.433" v="31" actId="2696"/>
        <pc:sldMkLst>
          <pc:docMk/>
          <pc:sldMk cId="3101790090" sldId="2146847246"/>
        </pc:sldMkLst>
      </pc:sldChg>
      <pc:sldChg chg="addSp delSp modSp add del mod">
        <pc:chgData name="Bhavani S" userId="591fa8db-8382-473b-83b4-bfc157c48d07" providerId="ADAL" clId="{36CFC3D0-E750-42CB-9943-F931571692DE}" dt="2025-12-11T06:49:01.092" v="404" actId="2696"/>
        <pc:sldMkLst>
          <pc:docMk/>
          <pc:sldMk cId="3294695365" sldId="2146847247"/>
        </pc:sldMkLst>
      </pc:sldChg>
      <pc:sldChg chg="addSp delSp modSp add mod ord">
        <pc:chgData name="Bhavani S" userId="591fa8db-8382-473b-83b4-bfc157c48d07" providerId="ADAL" clId="{36CFC3D0-E750-42CB-9943-F931571692DE}" dt="2025-12-11T07:29:31.245" v="622" actId="1076"/>
        <pc:sldMkLst>
          <pc:docMk/>
          <pc:sldMk cId="1297215344" sldId="2146847248"/>
        </pc:sldMkLst>
        <pc:spChg chg="add mod">
          <ac:chgData name="Bhavani S" userId="591fa8db-8382-473b-83b4-bfc157c48d07" providerId="ADAL" clId="{36CFC3D0-E750-42CB-9943-F931571692DE}" dt="2025-12-11T06:38:22.821" v="346" actId="5793"/>
          <ac:spMkLst>
            <pc:docMk/>
            <pc:sldMk cId="1297215344" sldId="2146847248"/>
            <ac:spMk id="2" creationId="{DF2EF260-865A-1433-A59B-62FE889FB06A}"/>
          </ac:spMkLst>
        </pc:spChg>
        <pc:spChg chg="del mod">
          <ac:chgData name="Bhavani S" userId="591fa8db-8382-473b-83b4-bfc157c48d07" providerId="ADAL" clId="{36CFC3D0-E750-42CB-9943-F931571692DE}" dt="2025-12-11T06:37:48.317" v="340"/>
          <ac:spMkLst>
            <pc:docMk/>
            <pc:sldMk cId="1297215344" sldId="2146847248"/>
            <ac:spMk id="3" creationId="{1D2BEF24-8869-954B-18B1-77FB1DCDF1F9}"/>
          </ac:spMkLst>
        </pc:spChg>
        <pc:spChg chg="add mod">
          <ac:chgData name="Bhavani S" userId="591fa8db-8382-473b-83b4-bfc157c48d07" providerId="ADAL" clId="{36CFC3D0-E750-42CB-9943-F931571692DE}" dt="2025-12-11T07:29:12.416" v="620" actId="20577"/>
          <ac:spMkLst>
            <pc:docMk/>
            <pc:sldMk cId="1297215344" sldId="2146847248"/>
            <ac:spMk id="4" creationId="{499997D5-FE2F-3654-60A2-C48A12011769}"/>
          </ac:spMkLst>
        </pc:spChg>
        <pc:spChg chg="add mod">
          <ac:chgData name="Bhavani S" userId="591fa8db-8382-473b-83b4-bfc157c48d07" providerId="ADAL" clId="{36CFC3D0-E750-42CB-9943-F931571692DE}" dt="2025-12-11T07:29:18.492" v="621" actId="1076"/>
          <ac:spMkLst>
            <pc:docMk/>
            <pc:sldMk cId="1297215344" sldId="2146847248"/>
            <ac:spMk id="7" creationId="{3E35F531-F683-DBD7-F987-0DA7A82BCEB5}"/>
          </ac:spMkLst>
        </pc:spChg>
        <pc:spChg chg="add mod">
          <ac:chgData name="Bhavani S" userId="591fa8db-8382-473b-83b4-bfc157c48d07" providerId="ADAL" clId="{36CFC3D0-E750-42CB-9943-F931571692DE}" dt="2025-12-11T07:29:31.245" v="622" actId="1076"/>
          <ac:spMkLst>
            <pc:docMk/>
            <pc:sldMk cId="1297215344" sldId="2146847248"/>
            <ac:spMk id="8" creationId="{ABB9E9F6-76A2-43AD-D7F7-223FD1BFE3E4}"/>
          </ac:spMkLst>
        </pc:spChg>
        <pc:spChg chg="add mod">
          <ac:chgData name="Bhavani S" userId="591fa8db-8382-473b-83b4-bfc157c48d07" providerId="ADAL" clId="{36CFC3D0-E750-42CB-9943-F931571692DE}" dt="2025-12-11T07:29:31.245" v="622" actId="1076"/>
          <ac:spMkLst>
            <pc:docMk/>
            <pc:sldMk cId="1297215344" sldId="2146847248"/>
            <ac:spMk id="9" creationId="{686F151E-7B81-F672-C01A-D6710D0705EB}"/>
          </ac:spMkLst>
        </pc:spChg>
        <pc:spChg chg="add mod">
          <ac:chgData name="Bhavani S" userId="591fa8db-8382-473b-83b4-bfc157c48d07" providerId="ADAL" clId="{36CFC3D0-E750-42CB-9943-F931571692DE}" dt="2025-12-11T07:29:31.245" v="622" actId="1076"/>
          <ac:spMkLst>
            <pc:docMk/>
            <pc:sldMk cId="1297215344" sldId="2146847248"/>
            <ac:spMk id="10" creationId="{3DCD888B-34A9-7573-D795-4417C5C3939E}"/>
          </ac:spMkLst>
        </pc:spChg>
        <pc:spChg chg="add mod">
          <ac:chgData name="Bhavani S" userId="591fa8db-8382-473b-83b4-bfc157c48d07" providerId="ADAL" clId="{36CFC3D0-E750-42CB-9943-F931571692DE}" dt="2025-12-11T07:29:31.245" v="622" actId="1076"/>
          <ac:spMkLst>
            <pc:docMk/>
            <pc:sldMk cId="1297215344" sldId="2146847248"/>
            <ac:spMk id="11" creationId="{B6668787-62E1-E059-E837-D05628E87A9E}"/>
          </ac:spMkLst>
        </pc:spChg>
        <pc:spChg chg="add mod">
          <ac:chgData name="Bhavani S" userId="591fa8db-8382-473b-83b4-bfc157c48d07" providerId="ADAL" clId="{36CFC3D0-E750-42CB-9943-F931571692DE}" dt="2025-12-11T07:29:31.245" v="622" actId="1076"/>
          <ac:spMkLst>
            <pc:docMk/>
            <pc:sldMk cId="1297215344" sldId="2146847248"/>
            <ac:spMk id="12" creationId="{C34E05AD-1A04-9B4E-4E5B-81599B55C2D9}"/>
          </ac:spMkLst>
        </pc:spChg>
        <pc:picChg chg="del">
          <ac:chgData name="Bhavani S" userId="591fa8db-8382-473b-83b4-bfc157c48d07" providerId="ADAL" clId="{36CFC3D0-E750-42CB-9943-F931571692DE}" dt="2025-12-11T06:37:49.926" v="341" actId="478"/>
          <ac:picMkLst>
            <pc:docMk/>
            <pc:sldMk cId="1297215344" sldId="2146847248"/>
            <ac:picMk id="5" creationId="{618317A0-88F7-F9BF-EF41-D98C8FDD596E}"/>
          </ac:picMkLst>
        </pc:picChg>
      </pc:sldChg>
      <pc:sldChg chg="add del">
        <pc:chgData name="Bhavani S" userId="591fa8db-8382-473b-83b4-bfc157c48d07" providerId="ADAL" clId="{36CFC3D0-E750-42CB-9943-F931571692DE}" dt="2025-12-11T07:30:47.045" v="629" actId="47"/>
        <pc:sldMkLst>
          <pc:docMk/>
          <pc:sldMk cId="855343239" sldId="2146847249"/>
        </pc:sldMkLst>
      </pc:sldChg>
      <pc:sldChg chg="addSp delSp modSp add mod">
        <pc:chgData name="Bhavani S" userId="591fa8db-8382-473b-83b4-bfc157c48d07" providerId="ADAL" clId="{36CFC3D0-E750-42CB-9943-F931571692DE}" dt="2025-12-12T07:00:25.299" v="804" actId="113"/>
        <pc:sldMkLst>
          <pc:docMk/>
          <pc:sldMk cId="2337336808" sldId="2146847249"/>
        </pc:sldMkLst>
        <pc:spChg chg="mod">
          <ac:chgData name="Bhavani S" userId="591fa8db-8382-473b-83b4-bfc157c48d07" providerId="ADAL" clId="{36CFC3D0-E750-42CB-9943-F931571692DE}" dt="2025-12-12T07:00:25.299" v="804" actId="113"/>
          <ac:spMkLst>
            <pc:docMk/>
            <pc:sldMk cId="2337336808" sldId="2146847249"/>
            <ac:spMk id="4" creationId="{588D7A55-6116-8D3E-E5A7-05D6C6348E37}"/>
          </ac:spMkLst>
        </pc:spChg>
        <pc:spChg chg="add del mod">
          <ac:chgData name="Bhavani S" userId="591fa8db-8382-473b-83b4-bfc157c48d07" providerId="ADAL" clId="{36CFC3D0-E750-42CB-9943-F931571692DE}" dt="2025-12-12T06:51:22.449" v="732" actId="478"/>
          <ac:spMkLst>
            <pc:docMk/>
            <pc:sldMk cId="2337336808" sldId="2146847249"/>
            <ac:spMk id="8" creationId="{A02EE07F-2AFF-A37D-A435-27247CCB7AA9}"/>
          </ac:spMkLst>
        </pc:spChg>
        <pc:spChg chg="add mod">
          <ac:chgData name="Bhavani S" userId="591fa8db-8382-473b-83b4-bfc157c48d07" providerId="ADAL" clId="{36CFC3D0-E750-42CB-9943-F931571692DE}" dt="2025-12-12T07:00:15.828" v="803" actId="113"/>
          <ac:spMkLst>
            <pc:docMk/>
            <pc:sldMk cId="2337336808" sldId="2146847249"/>
            <ac:spMk id="10" creationId="{4224C4BE-A7F1-5C8D-20E0-17E29FC0D4BD}"/>
          </ac:spMkLst>
        </pc:spChg>
        <pc:spChg chg="add del mod">
          <ac:chgData name="Bhavani S" userId="591fa8db-8382-473b-83b4-bfc157c48d07" providerId="ADAL" clId="{36CFC3D0-E750-42CB-9943-F931571692DE}" dt="2025-12-12T06:58:08.575" v="779" actId="478"/>
          <ac:spMkLst>
            <pc:docMk/>
            <pc:sldMk cId="2337336808" sldId="2146847249"/>
            <ac:spMk id="11" creationId="{7D9FE7C3-C9DD-114C-AFCE-07443F968C89}"/>
          </ac:spMkLst>
        </pc:spChg>
        <pc:spChg chg="add mod">
          <ac:chgData name="Bhavani S" userId="591fa8db-8382-473b-83b4-bfc157c48d07" providerId="ADAL" clId="{36CFC3D0-E750-42CB-9943-F931571692DE}" dt="2025-12-12T07:00:12.408" v="802" actId="113"/>
          <ac:spMkLst>
            <pc:docMk/>
            <pc:sldMk cId="2337336808" sldId="2146847249"/>
            <ac:spMk id="13" creationId="{C86C2F63-C60A-738B-CD73-193EEF8D5080}"/>
          </ac:spMkLst>
        </pc:spChg>
        <pc:spChg chg="del">
          <ac:chgData name="Bhavani S" userId="591fa8db-8382-473b-83b4-bfc157c48d07" providerId="ADAL" clId="{36CFC3D0-E750-42CB-9943-F931571692DE}" dt="2025-12-12T06:50:54.850" v="725" actId="478"/>
          <ac:spMkLst>
            <pc:docMk/>
            <pc:sldMk cId="2337336808" sldId="2146847249"/>
            <ac:spMk id="31" creationId="{BD8C8354-3208-4F82-263C-70F8498B74FF}"/>
          </ac:spMkLst>
        </pc:spChg>
        <pc:spChg chg="del">
          <ac:chgData name="Bhavani S" userId="591fa8db-8382-473b-83b4-bfc157c48d07" providerId="ADAL" clId="{36CFC3D0-E750-42CB-9943-F931571692DE}" dt="2025-12-12T06:50:54.850" v="725" actId="478"/>
          <ac:spMkLst>
            <pc:docMk/>
            <pc:sldMk cId="2337336808" sldId="2146847249"/>
            <ac:spMk id="36" creationId="{EC61A3D1-A37B-D208-49BD-7D82B3779804}"/>
          </ac:spMkLst>
        </pc:spChg>
        <pc:spChg chg="del">
          <ac:chgData name="Bhavani S" userId="591fa8db-8382-473b-83b4-bfc157c48d07" providerId="ADAL" clId="{36CFC3D0-E750-42CB-9943-F931571692DE}" dt="2025-12-12T06:50:54.850" v="725" actId="478"/>
          <ac:spMkLst>
            <pc:docMk/>
            <pc:sldMk cId="2337336808" sldId="2146847249"/>
            <ac:spMk id="37" creationId="{44E71AEB-DB41-9685-555C-76D6D6177A77}"/>
          </ac:spMkLst>
        </pc:spChg>
        <pc:spChg chg="del">
          <ac:chgData name="Bhavani S" userId="591fa8db-8382-473b-83b4-bfc157c48d07" providerId="ADAL" clId="{36CFC3D0-E750-42CB-9943-F931571692DE}" dt="2025-12-12T06:50:54.850" v="725" actId="478"/>
          <ac:spMkLst>
            <pc:docMk/>
            <pc:sldMk cId="2337336808" sldId="2146847249"/>
            <ac:spMk id="38" creationId="{C008ACEA-258B-BC2E-F323-781BC8E926FE}"/>
          </ac:spMkLst>
        </pc:spChg>
        <pc:spChg chg="del">
          <ac:chgData name="Bhavani S" userId="591fa8db-8382-473b-83b4-bfc157c48d07" providerId="ADAL" clId="{36CFC3D0-E750-42CB-9943-F931571692DE}" dt="2025-12-12T06:50:54.850" v="725" actId="478"/>
          <ac:spMkLst>
            <pc:docMk/>
            <pc:sldMk cId="2337336808" sldId="2146847249"/>
            <ac:spMk id="39" creationId="{8DE2D34D-1D85-5414-3D06-399C655095CB}"/>
          </ac:spMkLst>
        </pc:spChg>
        <pc:spChg chg="del">
          <ac:chgData name="Bhavani S" userId="591fa8db-8382-473b-83b4-bfc157c48d07" providerId="ADAL" clId="{36CFC3D0-E750-42CB-9943-F931571692DE}" dt="2025-12-12T06:50:54.850" v="725" actId="478"/>
          <ac:spMkLst>
            <pc:docMk/>
            <pc:sldMk cId="2337336808" sldId="2146847249"/>
            <ac:spMk id="41" creationId="{A46F30B9-4F6F-4E4F-4056-ABE69CEB5DC8}"/>
          </ac:spMkLst>
        </pc:spChg>
        <pc:spChg chg="del">
          <ac:chgData name="Bhavani S" userId="591fa8db-8382-473b-83b4-bfc157c48d07" providerId="ADAL" clId="{36CFC3D0-E750-42CB-9943-F931571692DE}" dt="2025-12-12T06:50:54.850" v="725" actId="478"/>
          <ac:spMkLst>
            <pc:docMk/>
            <pc:sldMk cId="2337336808" sldId="2146847249"/>
            <ac:spMk id="42" creationId="{9A8F13D5-0114-53F9-CD68-2D21B848A903}"/>
          </ac:spMkLst>
        </pc:spChg>
        <pc:spChg chg="del">
          <ac:chgData name="Bhavani S" userId="591fa8db-8382-473b-83b4-bfc157c48d07" providerId="ADAL" clId="{36CFC3D0-E750-42CB-9943-F931571692DE}" dt="2025-12-12T06:50:54.850" v="725" actId="478"/>
          <ac:spMkLst>
            <pc:docMk/>
            <pc:sldMk cId="2337336808" sldId="2146847249"/>
            <ac:spMk id="44" creationId="{717D0F95-3C2E-167C-22EF-08559527E710}"/>
          </ac:spMkLst>
        </pc:spChg>
        <pc:spChg chg="del">
          <ac:chgData name="Bhavani S" userId="591fa8db-8382-473b-83b4-bfc157c48d07" providerId="ADAL" clId="{36CFC3D0-E750-42CB-9943-F931571692DE}" dt="2025-12-12T06:50:54.850" v="725" actId="478"/>
          <ac:spMkLst>
            <pc:docMk/>
            <pc:sldMk cId="2337336808" sldId="2146847249"/>
            <ac:spMk id="46" creationId="{502E1EAD-9EE6-A04F-989C-CC3287AF5D7A}"/>
          </ac:spMkLst>
        </pc:spChg>
        <pc:spChg chg="del">
          <ac:chgData name="Bhavani S" userId="591fa8db-8382-473b-83b4-bfc157c48d07" providerId="ADAL" clId="{36CFC3D0-E750-42CB-9943-F931571692DE}" dt="2025-12-12T06:50:54.850" v="725" actId="478"/>
          <ac:spMkLst>
            <pc:docMk/>
            <pc:sldMk cId="2337336808" sldId="2146847249"/>
            <ac:spMk id="48" creationId="{F28DC496-F96E-9EC2-8CF2-67A09E33C9A7}"/>
          </ac:spMkLst>
        </pc:spChg>
      </pc:sldChg>
      <pc:sldChg chg="new del">
        <pc:chgData name="Bhavani S" userId="591fa8db-8382-473b-83b4-bfc157c48d07" providerId="ADAL" clId="{36CFC3D0-E750-42CB-9943-F931571692DE}" dt="2025-12-12T07:00:35.540" v="806" actId="680"/>
        <pc:sldMkLst>
          <pc:docMk/>
          <pc:sldMk cId="1437332442" sldId="2146847250"/>
        </pc:sldMkLst>
      </pc:sldChg>
      <pc:sldChg chg="addSp delSp modSp add mod">
        <pc:chgData name="Bhavani S" userId="591fa8db-8382-473b-83b4-bfc157c48d07" providerId="ADAL" clId="{36CFC3D0-E750-42CB-9943-F931571692DE}" dt="2025-12-12T07:02:17.123" v="848" actId="1076"/>
        <pc:sldMkLst>
          <pc:docMk/>
          <pc:sldMk cId="1477147800" sldId="2146847250"/>
        </pc:sldMkLst>
        <pc:spChg chg="add mod">
          <ac:chgData name="Bhavani S" userId="591fa8db-8382-473b-83b4-bfc157c48d07" providerId="ADAL" clId="{36CFC3D0-E750-42CB-9943-F931571692DE}" dt="2025-12-12T07:02:11.166" v="847" actId="1076"/>
          <ac:spMkLst>
            <pc:docMk/>
            <pc:sldMk cId="1477147800" sldId="2146847250"/>
            <ac:spMk id="3" creationId="{699D61A2-D56F-FFB0-2F0D-985D40AB378E}"/>
          </ac:spMkLst>
        </pc:spChg>
        <pc:spChg chg="del">
          <ac:chgData name="Bhavani S" userId="591fa8db-8382-473b-83b4-bfc157c48d07" providerId="ADAL" clId="{36CFC3D0-E750-42CB-9943-F931571692DE}" dt="2025-12-12T07:01:23.330" v="811" actId="478"/>
          <ac:spMkLst>
            <pc:docMk/>
            <pc:sldMk cId="1477147800" sldId="2146847250"/>
            <ac:spMk id="4" creationId="{DA6E1C68-DC6E-5C27-6FB6-D06C589ABBD4}"/>
          </ac:spMkLst>
        </pc:spChg>
        <pc:spChg chg="del mod">
          <ac:chgData name="Bhavani S" userId="591fa8db-8382-473b-83b4-bfc157c48d07" providerId="ADAL" clId="{36CFC3D0-E750-42CB-9943-F931571692DE}" dt="2025-12-12T07:01:21.705" v="810"/>
          <ac:spMkLst>
            <pc:docMk/>
            <pc:sldMk cId="1477147800" sldId="2146847250"/>
            <ac:spMk id="10" creationId="{90B439F7-EF71-15CD-5396-6E09958B803D}"/>
          </ac:spMkLst>
        </pc:spChg>
        <pc:spChg chg="del">
          <ac:chgData name="Bhavani S" userId="591fa8db-8382-473b-83b4-bfc157c48d07" providerId="ADAL" clId="{36CFC3D0-E750-42CB-9943-F931571692DE}" dt="2025-12-12T07:01:23.330" v="811" actId="478"/>
          <ac:spMkLst>
            <pc:docMk/>
            <pc:sldMk cId="1477147800" sldId="2146847250"/>
            <ac:spMk id="13" creationId="{6B6D7959-7902-BEA5-1294-BE4854F07204}"/>
          </ac:spMkLst>
        </pc:spChg>
        <pc:picChg chg="add mod">
          <ac:chgData name="Bhavani S" userId="591fa8db-8382-473b-83b4-bfc157c48d07" providerId="ADAL" clId="{36CFC3D0-E750-42CB-9943-F931571692DE}" dt="2025-12-12T07:02:17.123" v="848" actId="1076"/>
          <ac:picMkLst>
            <pc:docMk/>
            <pc:sldMk cId="1477147800" sldId="2146847250"/>
            <ac:picMk id="6" creationId="{DC83358F-6E81-DA2B-4958-6636574A8E37}"/>
          </ac:picMkLst>
        </pc:picChg>
      </pc:sldChg>
      <pc:sldChg chg="addSp delSp modSp add mod">
        <pc:chgData name="Bhavani S" userId="591fa8db-8382-473b-83b4-bfc157c48d07" providerId="ADAL" clId="{36CFC3D0-E750-42CB-9943-F931571692DE}" dt="2025-12-12T07:09:19.531" v="867" actId="1076"/>
        <pc:sldMkLst>
          <pc:docMk/>
          <pc:sldMk cId="3839824877" sldId="2146847251"/>
        </pc:sldMkLst>
        <pc:spChg chg="add del mod">
          <ac:chgData name="Bhavani S" userId="591fa8db-8382-473b-83b4-bfc157c48d07" providerId="ADAL" clId="{36CFC3D0-E750-42CB-9943-F931571692DE}" dt="2025-12-12T07:02:47.603" v="851" actId="478"/>
          <ac:spMkLst>
            <pc:docMk/>
            <pc:sldMk cId="3839824877" sldId="2146847251"/>
            <ac:spMk id="3" creationId="{451EE962-14D2-13CF-F1AD-0D6C1FBD2AF1}"/>
          </ac:spMkLst>
        </pc:spChg>
        <pc:spChg chg="add del mod">
          <ac:chgData name="Bhavani S" userId="591fa8db-8382-473b-83b4-bfc157c48d07" providerId="ADAL" clId="{36CFC3D0-E750-42CB-9943-F931571692DE}" dt="2025-12-12T07:02:47.603" v="851" actId="478"/>
          <ac:spMkLst>
            <pc:docMk/>
            <pc:sldMk cId="3839824877" sldId="2146847251"/>
            <ac:spMk id="5" creationId="{C6A561AF-FA66-D1E7-131B-DDED50B8A5CA}"/>
          </ac:spMkLst>
        </pc:spChg>
        <pc:spChg chg="add mod">
          <ac:chgData name="Bhavani S" userId="591fa8db-8382-473b-83b4-bfc157c48d07" providerId="ADAL" clId="{36CFC3D0-E750-42CB-9943-F931571692DE}" dt="2025-12-12T07:03:10.800" v="856" actId="1076"/>
          <ac:spMkLst>
            <pc:docMk/>
            <pc:sldMk cId="3839824877" sldId="2146847251"/>
            <ac:spMk id="7" creationId="{29513BB4-FEF8-EEA7-E771-E3D9BBE83DAD}"/>
          </ac:spMkLst>
        </pc:spChg>
        <pc:spChg chg="add mod">
          <ac:chgData name="Bhavani S" userId="591fa8db-8382-473b-83b4-bfc157c48d07" providerId="ADAL" clId="{36CFC3D0-E750-42CB-9943-F931571692DE}" dt="2025-12-12T07:09:19.531" v="867" actId="1076"/>
          <ac:spMkLst>
            <pc:docMk/>
            <pc:sldMk cId="3839824877" sldId="2146847251"/>
            <ac:spMk id="9" creationId="{BB9A6170-1E85-5F14-7806-9D4A3626EC31}"/>
          </ac:spMkLst>
        </pc:spChg>
        <pc:spChg chg="del">
          <ac:chgData name="Bhavani S" userId="591fa8db-8382-473b-83b4-bfc157c48d07" providerId="ADAL" clId="{36CFC3D0-E750-42CB-9943-F931571692DE}" dt="2025-12-12T07:02:45.577" v="850" actId="478"/>
          <ac:spMkLst>
            <pc:docMk/>
            <pc:sldMk cId="3839824877" sldId="2146847251"/>
            <ac:spMk id="18" creationId="{903EB636-33C2-1968-1363-E5C64170B096}"/>
          </ac:spMkLst>
        </pc:spChg>
        <pc:graphicFrameChg chg="add mod modGraphic">
          <ac:chgData name="Bhavani S" userId="591fa8db-8382-473b-83b4-bfc157c48d07" providerId="ADAL" clId="{36CFC3D0-E750-42CB-9943-F931571692DE}" dt="2025-12-12T07:09:15.250" v="866" actId="1076"/>
          <ac:graphicFrameMkLst>
            <pc:docMk/>
            <pc:sldMk cId="3839824877" sldId="2146847251"/>
            <ac:graphicFrameMk id="10" creationId="{A72B3B4B-20A2-CB2A-0B0B-2944F9893367}"/>
          </ac:graphicFrameMkLst>
        </pc:graphicFrameChg>
        <pc:graphicFrameChg chg="del">
          <ac:chgData name="Bhavani S" userId="591fa8db-8382-473b-83b4-bfc157c48d07" providerId="ADAL" clId="{36CFC3D0-E750-42CB-9943-F931571692DE}" dt="2025-12-12T07:02:45.577" v="850" actId="478"/>
          <ac:graphicFrameMkLst>
            <pc:docMk/>
            <pc:sldMk cId="3839824877" sldId="2146847251"/>
            <ac:graphicFrameMk id="20" creationId="{20626A12-5D3C-6740-0DAD-B0540F395719}"/>
          </ac:graphicFrameMkLst>
        </pc:graphicFrameChg>
      </pc:sldChg>
      <pc:sldChg chg="addSp delSp modSp add mod">
        <pc:chgData name="Bhavani S" userId="591fa8db-8382-473b-83b4-bfc157c48d07" providerId="ADAL" clId="{36CFC3D0-E750-42CB-9943-F931571692DE}" dt="2025-12-12T07:25:05.868" v="1015" actId="1076"/>
        <pc:sldMkLst>
          <pc:docMk/>
          <pc:sldMk cId="4119306646" sldId="2146847252"/>
        </pc:sldMkLst>
        <pc:spChg chg="add mod">
          <ac:chgData name="Bhavani S" userId="591fa8db-8382-473b-83b4-bfc157c48d07" providerId="ADAL" clId="{36CFC3D0-E750-42CB-9943-F931571692DE}" dt="2025-12-12T07:17:58.631" v="939" actId="1076"/>
          <ac:spMkLst>
            <pc:docMk/>
            <pc:sldMk cId="4119306646" sldId="2146847252"/>
            <ac:spMk id="3" creationId="{74026E13-BC09-179E-9FE5-C7D8E88A2F45}"/>
          </ac:spMkLst>
        </pc:spChg>
        <pc:spChg chg="add mod">
          <ac:chgData name="Bhavani S" userId="591fa8db-8382-473b-83b4-bfc157c48d07" providerId="ADAL" clId="{36CFC3D0-E750-42CB-9943-F931571692DE}" dt="2025-12-12T07:23:40.100" v="1001" actId="1076"/>
          <ac:spMkLst>
            <pc:docMk/>
            <pc:sldMk cId="4119306646" sldId="2146847252"/>
            <ac:spMk id="5" creationId="{111B74DE-6E3A-873E-02FF-67390FC2EBC5}"/>
          </ac:spMkLst>
        </pc:spChg>
        <pc:spChg chg="del">
          <ac:chgData name="Bhavani S" userId="591fa8db-8382-473b-83b4-bfc157c48d07" providerId="ADAL" clId="{36CFC3D0-E750-42CB-9943-F931571692DE}" dt="2025-12-12T07:09:48.115" v="869" actId="478"/>
          <ac:spMkLst>
            <pc:docMk/>
            <pc:sldMk cId="4119306646" sldId="2146847252"/>
            <ac:spMk id="7" creationId="{3D41515A-9C50-D061-EC15-82376D839FF9}"/>
          </ac:spMkLst>
        </pc:spChg>
        <pc:spChg chg="del">
          <ac:chgData name="Bhavani S" userId="591fa8db-8382-473b-83b4-bfc157c48d07" providerId="ADAL" clId="{36CFC3D0-E750-42CB-9943-F931571692DE}" dt="2025-12-12T07:09:48.115" v="869" actId="478"/>
          <ac:spMkLst>
            <pc:docMk/>
            <pc:sldMk cId="4119306646" sldId="2146847252"/>
            <ac:spMk id="9" creationId="{8B11CD4E-0BA1-1CF8-5140-D8593D285113}"/>
          </ac:spMkLst>
        </pc:spChg>
        <pc:graphicFrameChg chg="add mod modGraphic">
          <ac:chgData name="Bhavani S" userId="591fa8db-8382-473b-83b4-bfc157c48d07" providerId="ADAL" clId="{36CFC3D0-E750-42CB-9943-F931571692DE}" dt="2025-12-12T07:25:05.868" v="1015" actId="1076"/>
          <ac:graphicFrameMkLst>
            <pc:docMk/>
            <pc:sldMk cId="4119306646" sldId="2146847252"/>
            <ac:graphicFrameMk id="6" creationId="{8C50138C-3BD9-C407-C642-49815DAB930C}"/>
          </ac:graphicFrameMkLst>
        </pc:graphicFrameChg>
        <pc:graphicFrameChg chg="del">
          <ac:chgData name="Bhavani S" userId="591fa8db-8382-473b-83b4-bfc157c48d07" providerId="ADAL" clId="{36CFC3D0-E750-42CB-9943-F931571692DE}" dt="2025-12-12T07:09:48.115" v="869" actId="478"/>
          <ac:graphicFrameMkLst>
            <pc:docMk/>
            <pc:sldMk cId="4119306646" sldId="2146847252"/>
            <ac:graphicFrameMk id="10" creationId="{BB8B8372-7403-BAA9-D70E-1EE72C5A807B}"/>
          </ac:graphicFrameMkLst>
        </pc:graphicFrameChg>
      </pc:sldChg>
      <pc:sldChg chg="addSp delSp modSp add mod">
        <pc:chgData name="Bhavani S" userId="591fa8db-8382-473b-83b4-bfc157c48d07" providerId="ADAL" clId="{36CFC3D0-E750-42CB-9943-F931571692DE}" dt="2025-12-12T07:28:23.940" v="1048" actId="1076"/>
        <pc:sldMkLst>
          <pc:docMk/>
          <pc:sldMk cId="138910228" sldId="2146847253"/>
        </pc:sldMkLst>
        <pc:spChg chg="del">
          <ac:chgData name="Bhavani S" userId="591fa8db-8382-473b-83b4-bfc157c48d07" providerId="ADAL" clId="{36CFC3D0-E750-42CB-9943-F931571692DE}" dt="2025-12-12T07:27:57.297" v="1041" actId="478"/>
          <ac:spMkLst>
            <pc:docMk/>
            <pc:sldMk cId="138910228" sldId="2146847253"/>
            <ac:spMk id="2" creationId="{2DE3482B-1D64-5D8A-F845-B28DB048E94A}"/>
          </ac:spMkLst>
        </pc:spChg>
        <pc:spChg chg="del">
          <ac:chgData name="Bhavani S" userId="591fa8db-8382-473b-83b4-bfc157c48d07" providerId="ADAL" clId="{36CFC3D0-E750-42CB-9943-F931571692DE}" dt="2025-12-12T07:27:57.297" v="1041" actId="478"/>
          <ac:spMkLst>
            <pc:docMk/>
            <pc:sldMk cId="138910228" sldId="2146847253"/>
            <ac:spMk id="4" creationId="{F7198F23-5AE9-0C03-4138-59AB120BD54B}"/>
          </ac:spMkLst>
        </pc:spChg>
        <pc:spChg chg="add mod">
          <ac:chgData name="Bhavani S" userId="591fa8db-8382-473b-83b4-bfc157c48d07" providerId="ADAL" clId="{36CFC3D0-E750-42CB-9943-F931571692DE}" dt="2025-12-12T07:28:13.687" v="1045" actId="1076"/>
          <ac:spMkLst>
            <pc:docMk/>
            <pc:sldMk cId="138910228" sldId="2146847253"/>
            <ac:spMk id="5" creationId="{01559EFD-79E1-1336-5A65-EF8398BEC877}"/>
          </ac:spMkLst>
        </pc:spChg>
        <pc:spChg chg="del">
          <ac:chgData name="Bhavani S" userId="591fa8db-8382-473b-83b4-bfc157c48d07" providerId="ADAL" clId="{36CFC3D0-E750-42CB-9943-F931571692DE}" dt="2025-12-12T07:27:57.297" v="1041" actId="478"/>
          <ac:spMkLst>
            <pc:docMk/>
            <pc:sldMk cId="138910228" sldId="2146847253"/>
            <ac:spMk id="7" creationId="{933E8A3C-E10D-A94F-BC7E-918E63B92837}"/>
          </ac:spMkLst>
        </pc:spChg>
        <pc:spChg chg="del">
          <ac:chgData name="Bhavani S" userId="591fa8db-8382-473b-83b4-bfc157c48d07" providerId="ADAL" clId="{36CFC3D0-E750-42CB-9943-F931571692DE}" dt="2025-12-12T07:27:57.297" v="1041" actId="478"/>
          <ac:spMkLst>
            <pc:docMk/>
            <pc:sldMk cId="138910228" sldId="2146847253"/>
            <ac:spMk id="8" creationId="{8B53D381-8E8D-EBF3-3CBB-1DEC7805A3A4}"/>
          </ac:spMkLst>
        </pc:spChg>
        <pc:spChg chg="del">
          <ac:chgData name="Bhavani S" userId="591fa8db-8382-473b-83b4-bfc157c48d07" providerId="ADAL" clId="{36CFC3D0-E750-42CB-9943-F931571692DE}" dt="2025-12-12T07:27:57.297" v="1041" actId="478"/>
          <ac:spMkLst>
            <pc:docMk/>
            <pc:sldMk cId="138910228" sldId="2146847253"/>
            <ac:spMk id="9" creationId="{223F902E-EAE8-B8CC-8DC8-14CF65DEFC20}"/>
          </ac:spMkLst>
        </pc:spChg>
        <pc:spChg chg="del">
          <ac:chgData name="Bhavani S" userId="591fa8db-8382-473b-83b4-bfc157c48d07" providerId="ADAL" clId="{36CFC3D0-E750-42CB-9943-F931571692DE}" dt="2025-12-12T07:27:57.297" v="1041" actId="478"/>
          <ac:spMkLst>
            <pc:docMk/>
            <pc:sldMk cId="138910228" sldId="2146847253"/>
            <ac:spMk id="10" creationId="{27B29C74-EE43-94F8-2FCE-C2CAA2D32293}"/>
          </ac:spMkLst>
        </pc:spChg>
        <pc:spChg chg="del">
          <ac:chgData name="Bhavani S" userId="591fa8db-8382-473b-83b4-bfc157c48d07" providerId="ADAL" clId="{36CFC3D0-E750-42CB-9943-F931571692DE}" dt="2025-12-12T07:27:57.297" v="1041" actId="478"/>
          <ac:spMkLst>
            <pc:docMk/>
            <pc:sldMk cId="138910228" sldId="2146847253"/>
            <ac:spMk id="11" creationId="{29057EE6-9DC1-CEE6-F024-22CD2A1003C6}"/>
          </ac:spMkLst>
        </pc:spChg>
        <pc:spChg chg="del">
          <ac:chgData name="Bhavani S" userId="591fa8db-8382-473b-83b4-bfc157c48d07" providerId="ADAL" clId="{36CFC3D0-E750-42CB-9943-F931571692DE}" dt="2025-12-12T07:27:57.297" v="1041" actId="478"/>
          <ac:spMkLst>
            <pc:docMk/>
            <pc:sldMk cId="138910228" sldId="2146847253"/>
            <ac:spMk id="12" creationId="{FEC5872B-7716-2950-FD1F-C6C0E32A8FF5}"/>
          </ac:spMkLst>
        </pc:spChg>
        <pc:picChg chg="add mod">
          <ac:chgData name="Bhavani S" userId="591fa8db-8382-473b-83b4-bfc157c48d07" providerId="ADAL" clId="{36CFC3D0-E750-42CB-9943-F931571692DE}" dt="2025-12-12T07:28:23.940" v="1048" actId="1076"/>
          <ac:picMkLst>
            <pc:docMk/>
            <pc:sldMk cId="138910228" sldId="2146847253"/>
            <ac:picMk id="6" creationId="{C46616B9-5EC4-FBEB-6D13-6B15CC1C642D}"/>
          </ac:picMkLst>
        </pc:picChg>
      </pc:sldChg>
      <pc:sldMasterChg chg="del delSldLayout">
        <pc:chgData name="Bhavani S" userId="591fa8db-8382-473b-83b4-bfc157c48d07" providerId="ADAL" clId="{36CFC3D0-E750-42CB-9943-F931571692DE}" dt="2025-12-12T07:28:27.450" v="1049" actId="47"/>
        <pc:sldMasterMkLst>
          <pc:docMk/>
          <pc:sldMasterMk cId="2931003893" sldId="2147483705"/>
        </pc:sldMasterMkLst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624806143" sldId="2147483706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3890187591" sldId="2147483707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2711029955" sldId="2147483708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1553653002" sldId="2147483709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2740516012" sldId="2147483710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848081428" sldId="2147483711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1358904231" sldId="2147483712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806739218" sldId="2147483713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2887344005" sldId="2147483714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1052886619" sldId="2147483715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2772047960" sldId="2147483716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3618704036" sldId="2147483717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2927082505" sldId="2147483718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2560449786" sldId="2147483719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2158540734" sldId="2147483720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4272908153" sldId="2147483721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2657054811" sldId="2147483722"/>
          </pc:sldLayoutMkLst>
        </pc:sldLayoutChg>
        <pc:sldLayoutChg chg="del">
          <pc:chgData name="Bhavani S" userId="591fa8db-8382-473b-83b4-bfc157c48d07" providerId="ADAL" clId="{36CFC3D0-E750-42CB-9943-F931571692DE}" dt="2025-12-12T07:28:27.450" v="1049" actId="47"/>
          <pc:sldLayoutMkLst>
            <pc:docMk/>
            <pc:sldMasterMk cId="2931003893" sldId="2147483705"/>
            <pc:sldLayoutMk cId="3952254393" sldId="2147483724"/>
          </pc:sldLayoutMkLst>
        </pc:sldLayoutChg>
      </pc:sldMasterChg>
    </pc:docChg>
  </pc:docChgLst>
  <pc:docChgLst>
    <pc:chgData name="Bhavani S" userId="591fa8db-8382-473b-83b4-bfc157c48d07" providerId="ADAL" clId="{03FAE40E-BB59-4E8C-8390-E1F646428F17}"/>
    <pc:docChg chg="undo custSel addSld delSld modSld sldOrd addMainMaster delMainMaster modMainMaster">
      <pc:chgData name="Bhavani S" userId="591fa8db-8382-473b-83b4-bfc157c48d07" providerId="ADAL" clId="{03FAE40E-BB59-4E8C-8390-E1F646428F17}" dt="2025-11-14T05:29:58.642" v="1518" actId="14100"/>
      <pc:docMkLst>
        <pc:docMk/>
      </pc:docMkLst>
      <pc:sldChg chg="add del">
        <pc:chgData name="Bhavani S" userId="591fa8db-8382-473b-83b4-bfc157c48d07" providerId="ADAL" clId="{03FAE40E-BB59-4E8C-8390-E1F646428F17}" dt="2025-11-13T10:56:34.975" v="843" actId="2696"/>
        <pc:sldMkLst>
          <pc:docMk/>
          <pc:sldMk cId="1252477054" sldId="256"/>
        </pc:sldMkLst>
      </pc:sldChg>
      <pc:sldChg chg="add del">
        <pc:chgData name="Bhavani S" userId="591fa8db-8382-473b-83b4-bfc157c48d07" providerId="ADAL" clId="{03FAE40E-BB59-4E8C-8390-E1F646428F17}" dt="2025-11-13T14:40:10.375" v="1336" actId="2696"/>
        <pc:sldMkLst>
          <pc:docMk/>
          <pc:sldMk cId="1453826947" sldId="256"/>
        </pc:sldMkLst>
      </pc:sldChg>
      <pc:sldChg chg="addSp modSp del mod">
        <pc:chgData name="Bhavani S" userId="591fa8db-8382-473b-83b4-bfc157c48d07" providerId="ADAL" clId="{03FAE40E-BB59-4E8C-8390-E1F646428F17}" dt="2025-11-13T07:34:56.099" v="440" actId="2696"/>
        <pc:sldMkLst>
          <pc:docMk/>
          <pc:sldMk cId="2503701717" sldId="256"/>
        </pc:sldMkLst>
      </pc:sldChg>
      <pc:sldChg chg="addSp delSp modSp del mod">
        <pc:chgData name="Bhavani S" userId="591fa8db-8382-473b-83b4-bfc157c48d07" providerId="ADAL" clId="{03FAE40E-BB59-4E8C-8390-E1F646428F17}" dt="2025-11-13T08:09:34.264" v="555" actId="2696"/>
        <pc:sldMkLst>
          <pc:docMk/>
          <pc:sldMk cId="2602255329" sldId="258"/>
        </pc:sldMkLst>
      </pc:sldChg>
      <pc:sldChg chg="addSp delSp modSp del mod">
        <pc:chgData name="Bhavani S" userId="591fa8db-8382-473b-83b4-bfc157c48d07" providerId="ADAL" clId="{03FAE40E-BB59-4E8C-8390-E1F646428F17}" dt="2025-11-13T07:38:48.482" v="463" actId="2696"/>
        <pc:sldMkLst>
          <pc:docMk/>
          <pc:sldMk cId="3144593106" sldId="259"/>
        </pc:sldMkLst>
      </pc:sldChg>
      <pc:sldChg chg="addSp delSp modSp new mod modClrScheme chgLayout">
        <pc:chgData name="Bhavani S" userId="591fa8db-8382-473b-83b4-bfc157c48d07" providerId="ADAL" clId="{03FAE40E-BB59-4E8C-8390-E1F646428F17}" dt="2025-11-13T14:27:00.929" v="1299" actId="14100"/>
        <pc:sldMkLst>
          <pc:docMk/>
          <pc:sldMk cId="3065260264" sldId="260"/>
        </pc:sldMkLst>
      </pc:sldChg>
      <pc:sldChg chg="addSp delSp modSp new mod">
        <pc:chgData name="Bhavani S" userId="591fa8db-8382-473b-83b4-bfc157c48d07" providerId="ADAL" clId="{03FAE40E-BB59-4E8C-8390-E1F646428F17}" dt="2025-11-13T12:51:29.845" v="852" actId="14100"/>
        <pc:sldMkLst>
          <pc:docMk/>
          <pc:sldMk cId="1537229070" sldId="261"/>
        </pc:sldMkLst>
      </pc:sldChg>
      <pc:sldChg chg="addSp delSp modSp new del mod">
        <pc:chgData name="Bhavani S" userId="591fa8db-8382-473b-83b4-bfc157c48d07" providerId="ADAL" clId="{03FAE40E-BB59-4E8C-8390-E1F646428F17}" dt="2025-11-13T14:01:52.760" v="1169" actId="2696"/>
        <pc:sldMkLst>
          <pc:docMk/>
          <pc:sldMk cId="468495947" sldId="262"/>
        </pc:sldMkLst>
      </pc:sldChg>
      <pc:sldChg chg="addSp delSp modSp new mod">
        <pc:chgData name="Bhavani S" userId="591fa8db-8382-473b-83b4-bfc157c48d07" providerId="ADAL" clId="{03FAE40E-BB59-4E8C-8390-E1F646428F17}" dt="2025-11-13T14:25:16.135" v="1294" actId="255"/>
        <pc:sldMkLst>
          <pc:docMk/>
          <pc:sldMk cId="1892759940" sldId="263"/>
        </pc:sldMkLst>
        <pc:spChg chg="add mod">
          <ac:chgData name="Bhavani S" userId="591fa8db-8382-473b-83b4-bfc157c48d07" providerId="ADAL" clId="{03FAE40E-BB59-4E8C-8390-E1F646428F17}" dt="2025-11-13T14:25:16.135" v="1294" actId="255"/>
          <ac:spMkLst>
            <pc:docMk/>
            <pc:sldMk cId="1892759940" sldId="263"/>
            <ac:spMk id="35" creationId="{35D11835-4B96-1990-3253-1DA296559773}"/>
          </ac:spMkLst>
        </pc:spChg>
        <pc:spChg chg="add mod">
          <ac:chgData name="Bhavani S" userId="591fa8db-8382-473b-83b4-bfc157c48d07" providerId="ADAL" clId="{03FAE40E-BB59-4E8C-8390-E1F646428F17}" dt="2025-11-13T14:18:58.551" v="1256" actId="255"/>
          <ac:spMkLst>
            <pc:docMk/>
            <pc:sldMk cId="1892759940" sldId="263"/>
            <ac:spMk id="37" creationId="{C56364A7-59D8-49F5-D5C2-7A93CC124D79}"/>
          </ac:spMkLst>
        </pc:spChg>
        <pc:spChg chg="mod">
          <ac:chgData name="Bhavani S" userId="591fa8db-8382-473b-83b4-bfc157c48d07" providerId="ADAL" clId="{03FAE40E-BB59-4E8C-8390-E1F646428F17}" dt="2025-11-13T14:21:08.249" v="1262" actId="13926"/>
          <ac:spMkLst>
            <pc:docMk/>
            <pc:sldMk cId="1892759940" sldId="263"/>
            <ac:spMk id="38" creationId="{161FB3BD-49C5-FB42-7846-A74C7125D323}"/>
          </ac:spMkLst>
        </pc:spChg>
        <pc:spChg chg="add mod">
          <ac:chgData name="Bhavani S" userId="591fa8db-8382-473b-83b4-bfc157c48d07" providerId="ADAL" clId="{03FAE40E-BB59-4E8C-8390-E1F646428F17}" dt="2025-11-13T14:23:40.067" v="1275" actId="1076"/>
          <ac:spMkLst>
            <pc:docMk/>
            <pc:sldMk cId="1892759940" sldId="263"/>
            <ac:spMk id="39" creationId="{5EE3707A-CD69-03D4-457B-E344717BA9B0}"/>
          </ac:spMkLst>
        </pc:spChg>
        <pc:spChg chg="add mod">
          <ac:chgData name="Bhavani S" userId="591fa8db-8382-473b-83b4-bfc157c48d07" providerId="ADAL" clId="{03FAE40E-BB59-4E8C-8390-E1F646428F17}" dt="2025-11-13T14:24:24.417" v="1288" actId="13926"/>
          <ac:spMkLst>
            <pc:docMk/>
            <pc:sldMk cId="1892759940" sldId="263"/>
            <ac:spMk id="40" creationId="{CBE18B7A-0ED2-5930-345C-0C78BBDA3E85}"/>
          </ac:spMkLst>
        </pc:spChg>
        <pc:spChg chg="add mod">
          <ac:chgData name="Bhavani S" userId="591fa8db-8382-473b-83b4-bfc157c48d07" providerId="ADAL" clId="{03FAE40E-BB59-4E8C-8390-E1F646428F17}" dt="2025-11-13T14:17:59.986" v="1252" actId="1076"/>
          <ac:spMkLst>
            <pc:docMk/>
            <pc:sldMk cId="1892759940" sldId="263"/>
            <ac:spMk id="41" creationId="{C689DB4E-0759-B827-CAA2-4D98AABF83A6}"/>
          </ac:spMkLst>
        </pc:spChg>
        <pc:spChg chg="add mod">
          <ac:chgData name="Bhavani S" userId="591fa8db-8382-473b-83b4-bfc157c48d07" providerId="ADAL" clId="{03FAE40E-BB59-4E8C-8390-E1F646428F17}" dt="2025-11-13T14:19:33.835" v="1259"/>
          <ac:spMkLst>
            <pc:docMk/>
            <pc:sldMk cId="1892759940" sldId="263"/>
            <ac:spMk id="43" creationId="{4F17FC35-57D3-F58E-2D86-F4EB2AACC43B}"/>
          </ac:spMkLst>
        </pc:spChg>
        <pc:spChg chg="add mod">
          <ac:chgData name="Bhavani S" userId="591fa8db-8382-473b-83b4-bfc157c48d07" providerId="ADAL" clId="{03FAE40E-BB59-4E8C-8390-E1F646428F17}" dt="2025-11-13T14:24:19.498" v="1287" actId="13926"/>
          <ac:spMkLst>
            <pc:docMk/>
            <pc:sldMk cId="1892759940" sldId="263"/>
            <ac:spMk id="46" creationId="{C112698C-936B-9C40-53E2-0597BAD355C6}"/>
          </ac:spMkLst>
        </pc:spChg>
        <pc:spChg chg="mod">
          <ac:chgData name="Bhavani S" userId="591fa8db-8382-473b-83b4-bfc157c48d07" providerId="ADAL" clId="{03FAE40E-BB59-4E8C-8390-E1F646428F17}" dt="2025-11-13T14:24:48.742" v="1292" actId="13926"/>
          <ac:spMkLst>
            <pc:docMk/>
            <pc:sldMk cId="1892759940" sldId="263"/>
            <ac:spMk id="48" creationId="{95448884-4CFE-E5F2-F066-E488DD0379FA}"/>
          </ac:spMkLst>
        </pc:spChg>
        <pc:spChg chg="mod">
          <ac:chgData name="Bhavani S" userId="591fa8db-8382-473b-83b4-bfc157c48d07" providerId="ADAL" clId="{03FAE40E-BB59-4E8C-8390-E1F646428F17}" dt="2025-11-13T14:19:48.729" v="1260"/>
          <ac:spMkLst>
            <pc:docMk/>
            <pc:sldMk cId="1892759940" sldId="263"/>
            <ac:spMk id="49" creationId="{603DAB08-5A91-06C9-1140-7823AB0A5259}"/>
          </ac:spMkLst>
        </pc:spChg>
        <pc:spChg chg="mod">
          <ac:chgData name="Bhavani S" userId="591fa8db-8382-473b-83b4-bfc157c48d07" providerId="ADAL" clId="{03FAE40E-BB59-4E8C-8390-E1F646428F17}" dt="2025-11-13T14:17:59.986" v="1252" actId="1076"/>
          <ac:spMkLst>
            <pc:docMk/>
            <pc:sldMk cId="1892759940" sldId="263"/>
            <ac:spMk id="50" creationId="{A47C502F-FB05-BFA1-4416-AEE44FDE9FE7}"/>
          </ac:spMkLst>
        </pc:spChg>
        <pc:spChg chg="add mod">
          <ac:chgData name="Bhavani S" userId="591fa8db-8382-473b-83b4-bfc157c48d07" providerId="ADAL" clId="{03FAE40E-BB59-4E8C-8390-E1F646428F17}" dt="2025-11-13T14:17:59.986" v="1252" actId="1076"/>
          <ac:spMkLst>
            <pc:docMk/>
            <pc:sldMk cId="1892759940" sldId="263"/>
            <ac:spMk id="51" creationId="{2F371A2E-CB04-F922-E3B6-20FE674A7BEA}"/>
          </ac:spMkLst>
        </pc:spChg>
        <pc:spChg chg="add mod">
          <ac:chgData name="Bhavani S" userId="591fa8db-8382-473b-83b4-bfc157c48d07" providerId="ADAL" clId="{03FAE40E-BB59-4E8C-8390-E1F646428F17}" dt="2025-11-13T14:24:30.064" v="1290" actId="13926"/>
          <ac:spMkLst>
            <pc:docMk/>
            <pc:sldMk cId="1892759940" sldId="263"/>
            <ac:spMk id="52" creationId="{63ECB3BA-1930-2AC0-1D96-E0BB1B181D6B}"/>
          </ac:spMkLst>
        </pc:spChg>
      </pc:sldChg>
      <pc:sldChg chg="modSp new del mod">
        <pc:chgData name="Bhavani S" userId="591fa8db-8382-473b-83b4-bfc157c48d07" providerId="ADAL" clId="{03FAE40E-BB59-4E8C-8390-E1F646428F17}" dt="2025-11-13T14:37:14.219" v="1332" actId="2696"/>
        <pc:sldMkLst>
          <pc:docMk/>
          <pc:sldMk cId="344888226" sldId="264"/>
        </pc:sldMkLst>
      </pc:sldChg>
      <pc:sldChg chg="addSp delSp modSp new mod setBg setClrOvrMap">
        <pc:chgData name="Bhavani S" userId="591fa8db-8382-473b-83b4-bfc157c48d07" providerId="ADAL" clId="{03FAE40E-BB59-4E8C-8390-E1F646428F17}" dt="2025-11-13T14:33:00.405" v="1304" actId="26606"/>
        <pc:sldMkLst>
          <pc:docMk/>
          <pc:sldMk cId="524699796" sldId="265"/>
        </pc:sldMkLst>
      </pc:sldChg>
      <pc:sldChg chg="addSp delSp modSp new del mod">
        <pc:chgData name="Bhavani S" userId="591fa8db-8382-473b-83b4-bfc157c48d07" providerId="ADAL" clId="{03FAE40E-BB59-4E8C-8390-E1F646428F17}" dt="2025-11-14T04:56:46.949" v="1403" actId="2696"/>
        <pc:sldMkLst>
          <pc:docMk/>
          <pc:sldMk cId="3766989586" sldId="266"/>
        </pc:sldMkLst>
      </pc:sldChg>
      <pc:sldChg chg="addSp delSp modSp new add del mod">
        <pc:chgData name="Bhavani S" userId="591fa8db-8382-473b-83b4-bfc157c48d07" providerId="ADAL" clId="{03FAE40E-BB59-4E8C-8390-E1F646428F17}" dt="2025-11-14T05:20:08.222" v="1490" actId="1076"/>
        <pc:sldMkLst>
          <pc:docMk/>
          <pc:sldMk cId="2832296428" sldId="267"/>
        </pc:sldMkLst>
      </pc:sldChg>
      <pc:sldChg chg="addSp delSp modSp new mod">
        <pc:chgData name="Bhavani S" userId="591fa8db-8382-473b-83b4-bfc157c48d07" providerId="ADAL" clId="{03FAE40E-BB59-4E8C-8390-E1F646428F17}" dt="2025-11-14T05:29:58.642" v="1518" actId="14100"/>
        <pc:sldMkLst>
          <pc:docMk/>
          <pc:sldMk cId="1609258892" sldId="268"/>
        </pc:sldMkLst>
        <pc:spChg chg="mod">
          <ac:chgData name="Bhavani S" userId="591fa8db-8382-473b-83b4-bfc157c48d07" providerId="ADAL" clId="{03FAE40E-BB59-4E8C-8390-E1F646428F17}" dt="2025-11-14T05:25:36.297" v="1500" actId="26606"/>
          <ac:spMkLst>
            <pc:docMk/>
            <pc:sldMk cId="1609258892" sldId="268"/>
            <ac:spMk id="2" creationId="{A131ABA2-8EEA-A291-7CB6-1459A408BA75}"/>
          </ac:spMkLst>
        </pc:spChg>
        <pc:spChg chg="mod">
          <ac:chgData name="Bhavani S" userId="591fa8db-8382-473b-83b4-bfc157c48d07" providerId="ADAL" clId="{03FAE40E-BB59-4E8C-8390-E1F646428F17}" dt="2025-11-14T05:25:56.336" v="1502" actId="26606"/>
          <ac:spMkLst>
            <pc:docMk/>
            <pc:sldMk cId="1609258892" sldId="268"/>
            <ac:spMk id="3" creationId="{BAF69C25-A6D4-36EB-3964-9E66D1EFCD9C}"/>
          </ac:spMkLst>
        </pc:spChg>
      </pc:sldChg>
      <pc:sldChg chg="addSp modSp new add del mod">
        <pc:chgData name="Bhavani S" userId="591fa8db-8382-473b-83b4-bfc157c48d07" providerId="ADAL" clId="{03FAE40E-BB59-4E8C-8390-E1F646428F17}" dt="2025-11-14T05:17:20.644" v="1471" actId="2696"/>
        <pc:sldMkLst>
          <pc:docMk/>
          <pc:sldMk cId="1574983399" sldId="269"/>
        </pc:sldMkLst>
      </pc:sldChg>
      <pc:sldChg chg="addSp delSp modSp new mod">
        <pc:chgData name="Bhavani S" userId="591fa8db-8382-473b-83b4-bfc157c48d07" providerId="ADAL" clId="{03FAE40E-BB59-4E8C-8390-E1F646428F17}" dt="2025-11-13T14:47:36.828" v="1339" actId="14100"/>
        <pc:sldMkLst>
          <pc:docMk/>
          <pc:sldMk cId="1756076158" sldId="270"/>
        </pc:sldMkLst>
        <pc:spChg chg="add mod">
          <ac:chgData name="Bhavani S" userId="591fa8db-8382-473b-83b4-bfc157c48d07" providerId="ADAL" clId="{03FAE40E-BB59-4E8C-8390-E1F646428F17}" dt="2025-11-13T08:23:04.887" v="656" actId="255"/>
          <ac:spMkLst>
            <pc:docMk/>
            <pc:sldMk cId="1756076158" sldId="270"/>
            <ac:spMk id="31" creationId="{77853FDF-175F-67C3-0F18-AD9EAFD78AB0}"/>
          </ac:spMkLst>
        </pc:spChg>
        <pc:spChg chg="mod">
          <ac:chgData name="Bhavani S" userId="591fa8db-8382-473b-83b4-bfc157c48d07" providerId="ADAL" clId="{03FAE40E-BB59-4E8C-8390-E1F646428F17}" dt="2025-11-13T08:22:44.498" v="653"/>
          <ac:spMkLst>
            <pc:docMk/>
            <pc:sldMk cId="1756076158" sldId="270"/>
            <ac:spMk id="35" creationId="{CCB0EAD6-1B78-81CF-3AC9-4CF5165BE2BD}"/>
          </ac:spMkLst>
        </pc:spChg>
        <pc:spChg chg="add mod">
          <ac:chgData name="Bhavani S" userId="591fa8db-8382-473b-83b4-bfc157c48d07" providerId="ADAL" clId="{03FAE40E-BB59-4E8C-8390-E1F646428F17}" dt="2025-11-13T08:28:18.118" v="712" actId="14100"/>
          <ac:spMkLst>
            <pc:docMk/>
            <pc:sldMk cId="1756076158" sldId="270"/>
            <ac:spMk id="36" creationId="{6222FA7E-BA2A-F685-CC08-827E2ED92DB5}"/>
          </ac:spMkLst>
        </pc:spChg>
        <pc:spChg chg="add 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37" creationId="{500BF060-B484-D6BD-83EB-BD86298B7709}"/>
          </ac:spMkLst>
        </pc:spChg>
        <pc:spChg chg="add 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38" creationId="{CF20DAE7-7E32-F4CE-5131-ECA8388D7CEA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39" creationId="{B9FC358B-F820-7760-8909-DD7BC62606D4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0" creationId="{FD461BD6-3A85-9406-76B8-8A6DF9711EE9}"/>
          </ac:spMkLst>
        </pc:spChg>
        <pc:spChg chg="add 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1" creationId="{EE49B703-AC13-FA26-7751-F9F2D9B7BB23}"/>
          </ac:spMkLst>
        </pc:spChg>
        <pc:spChg chg="add mod">
          <ac:chgData name="Bhavani S" userId="591fa8db-8382-473b-83b4-bfc157c48d07" providerId="ADAL" clId="{03FAE40E-BB59-4E8C-8390-E1F646428F17}" dt="2025-11-13T08:27:15.621" v="699" actId="1076"/>
          <ac:spMkLst>
            <pc:docMk/>
            <pc:sldMk cId="1756076158" sldId="270"/>
            <ac:spMk id="42" creationId="{AB3E1DE0-A89C-BFF3-FB1E-37B9C9A432C3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3" creationId="{C7B6A78B-4038-1A69-9CE5-0FDD6A9C660F}"/>
          </ac:spMkLst>
        </pc:spChg>
        <pc:spChg chg="add mod">
          <ac:chgData name="Bhavani S" userId="591fa8db-8382-473b-83b4-bfc157c48d07" providerId="ADAL" clId="{03FAE40E-BB59-4E8C-8390-E1F646428F17}" dt="2025-11-13T08:24:16.397" v="666" actId="255"/>
          <ac:spMkLst>
            <pc:docMk/>
            <pc:sldMk cId="1756076158" sldId="270"/>
            <ac:spMk id="44" creationId="{FE92B515-4D70-69E8-ABE5-4150D0B8CC9E}"/>
          </ac:spMkLst>
        </pc:spChg>
        <pc:spChg chg="add del 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5" creationId="{A1A2F72B-1876-B404-D313-541BF1BA0BF4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6" creationId="{FAE1E66D-56B3-7D4E-B4D5-B47BB23519AE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7" creationId="{13FDE4E4-8E3B-2D91-270C-D718864503AB}"/>
          </ac:spMkLst>
        </pc:spChg>
        <pc:spChg chg="mod">
          <ac:chgData name="Bhavani S" userId="591fa8db-8382-473b-83b4-bfc157c48d07" providerId="ADAL" clId="{03FAE40E-BB59-4E8C-8390-E1F646428F17}" dt="2025-11-13T14:47:36.828" v="1339" actId="14100"/>
          <ac:spMkLst>
            <pc:docMk/>
            <pc:sldMk cId="1756076158" sldId="270"/>
            <ac:spMk id="48" creationId="{2296E139-2D24-2B10-1F91-1192E2981FF1}"/>
          </ac:spMkLst>
        </pc:spChg>
      </pc:sldChg>
      <pc:sldChg chg="add del">
        <pc:chgData name="Bhavani S" userId="591fa8db-8382-473b-83b4-bfc157c48d07" providerId="ADAL" clId="{03FAE40E-BB59-4E8C-8390-E1F646428F17}" dt="2025-11-13T08:49:12.442" v="723" actId="2696"/>
        <pc:sldMkLst>
          <pc:docMk/>
          <pc:sldMk cId="1242318111" sldId="277"/>
        </pc:sldMkLst>
      </pc:sldChg>
      <pc:sldChg chg="add del">
        <pc:chgData name="Bhavani S" userId="591fa8db-8382-473b-83b4-bfc157c48d07" providerId="ADAL" clId="{03FAE40E-BB59-4E8C-8390-E1F646428F17}" dt="2025-11-13T07:38:21.729" v="457" actId="2696"/>
        <pc:sldMkLst>
          <pc:docMk/>
          <pc:sldMk cId="3226247681" sldId="335"/>
        </pc:sldMkLst>
      </pc:sldChg>
      <pc:sldChg chg="add del">
        <pc:chgData name="Bhavani S" userId="591fa8db-8382-473b-83b4-bfc157c48d07" providerId="ADAL" clId="{03FAE40E-BB59-4E8C-8390-E1F646428F17}" dt="2025-11-13T13:48:38.446" v="1030" actId="2696"/>
        <pc:sldMkLst>
          <pc:docMk/>
          <pc:sldMk cId="628338910" sldId="339"/>
        </pc:sldMkLst>
      </pc:sldChg>
      <pc:sldChg chg="delSp modSp add del mod">
        <pc:chgData name="Bhavani S" userId="591fa8db-8382-473b-83b4-bfc157c48d07" providerId="ADAL" clId="{03FAE40E-BB59-4E8C-8390-E1F646428F17}" dt="2025-11-13T08:15:58.617" v="597" actId="2696"/>
        <pc:sldMkLst>
          <pc:docMk/>
          <pc:sldMk cId="1292616937" sldId="358"/>
        </pc:sldMkLst>
      </pc:sldChg>
      <pc:sldChg chg="modSp add del mod">
        <pc:chgData name="Bhavani S" userId="591fa8db-8382-473b-83b4-bfc157c48d07" providerId="ADAL" clId="{03FAE40E-BB59-4E8C-8390-E1F646428F17}" dt="2025-11-13T09:02:13.363" v="787" actId="2696"/>
        <pc:sldMkLst>
          <pc:docMk/>
          <pc:sldMk cId="2674250136" sldId="366"/>
        </pc:sldMkLst>
      </pc:sldChg>
      <pc:sldChg chg="add del">
        <pc:chgData name="Bhavani S" userId="591fa8db-8382-473b-83b4-bfc157c48d07" providerId="ADAL" clId="{03FAE40E-BB59-4E8C-8390-E1F646428F17}" dt="2025-11-13T07:52:20.607" v="540" actId="2696"/>
        <pc:sldMkLst>
          <pc:docMk/>
          <pc:sldMk cId="1366095289" sldId="385"/>
        </pc:sldMkLst>
      </pc:sldChg>
      <pc:sldChg chg="addSp delSp modSp add del mod">
        <pc:chgData name="Bhavani S" userId="591fa8db-8382-473b-83b4-bfc157c48d07" providerId="ADAL" clId="{03FAE40E-BB59-4E8C-8390-E1F646428F17}" dt="2025-11-13T08:11:04.581" v="570" actId="2696"/>
        <pc:sldMkLst>
          <pc:docMk/>
          <pc:sldMk cId="1394811514" sldId="681"/>
        </pc:sldMkLst>
      </pc:sldChg>
      <pc:sldChg chg="add del">
        <pc:chgData name="Bhavani S" userId="591fa8db-8382-473b-83b4-bfc157c48d07" providerId="ADAL" clId="{03FAE40E-BB59-4E8C-8390-E1F646428F17}" dt="2025-11-13T09:04:44.049" v="790" actId="2696"/>
        <pc:sldMkLst>
          <pc:docMk/>
          <pc:sldMk cId="2993044646" sldId="2049"/>
        </pc:sldMkLst>
      </pc:sldChg>
      <pc:sldChg chg="modSp add del mod">
        <pc:chgData name="Bhavani S" userId="591fa8db-8382-473b-83b4-bfc157c48d07" providerId="ADAL" clId="{03FAE40E-BB59-4E8C-8390-E1F646428F17}" dt="2025-11-13T10:58:02.708" v="844" actId="2696"/>
        <pc:sldMkLst>
          <pc:docMk/>
          <pc:sldMk cId="3126881477" sldId="1881838960"/>
        </pc:sldMkLst>
      </pc:sldChg>
      <pc:sldChg chg="delSp modSp add mod">
        <pc:chgData name="Bhavani S" userId="591fa8db-8382-473b-83b4-bfc157c48d07" providerId="ADAL" clId="{03FAE40E-BB59-4E8C-8390-E1F646428F17}" dt="2025-11-13T09:05:57.094" v="804" actId="14100"/>
        <pc:sldMkLst>
          <pc:docMk/>
          <pc:sldMk cId="4135872221" sldId="1881839158"/>
        </pc:sldMkLst>
        <pc:spChg chg="mod">
          <ac:chgData name="Bhavani S" userId="591fa8db-8382-473b-83b4-bfc157c48d07" providerId="ADAL" clId="{03FAE40E-BB59-4E8C-8390-E1F646428F17}" dt="2025-11-13T09:05:57.094" v="804" actId="14100"/>
          <ac:spMkLst>
            <pc:docMk/>
            <pc:sldMk cId="4135872221" sldId="1881839158"/>
            <ac:spMk id="8" creationId="{22593941-E3CB-4A1D-1350-C03A24A82F42}"/>
          </ac:spMkLst>
        </pc:spChg>
      </pc:sldChg>
      <pc:sldChg chg="delSp modSp add del mod">
        <pc:chgData name="Bhavani S" userId="591fa8db-8382-473b-83b4-bfc157c48d07" providerId="ADAL" clId="{03FAE40E-BB59-4E8C-8390-E1F646428F17}" dt="2025-11-14T05:18:36.791" v="1477" actId="2696"/>
        <pc:sldMkLst>
          <pc:docMk/>
          <pc:sldMk cId="2300915821" sldId="2076137103"/>
        </pc:sldMkLst>
      </pc:sldChg>
      <pc:sldChg chg="addSp delSp modSp add del mod">
        <pc:chgData name="Bhavani S" userId="591fa8db-8382-473b-83b4-bfc157c48d07" providerId="ADAL" clId="{03FAE40E-BB59-4E8C-8390-E1F646428F17}" dt="2025-11-13T08:47:25.572" v="721" actId="2696"/>
        <pc:sldMkLst>
          <pc:docMk/>
          <pc:sldMk cId="3901667328" sldId="2146847239"/>
        </pc:sldMkLst>
      </pc:sldChg>
      <pc:sldChg chg="new del">
        <pc:chgData name="Bhavani S" userId="591fa8db-8382-473b-83b4-bfc157c48d07" providerId="ADAL" clId="{03FAE40E-BB59-4E8C-8390-E1F646428F17}" dt="2025-11-13T07:37:02.087" v="443" actId="2696"/>
        <pc:sldMkLst>
          <pc:docMk/>
          <pc:sldMk cId="2141162565" sldId="2146847240"/>
        </pc:sldMkLst>
      </pc:sldChg>
      <pc:sldChg chg="addSp delSp modSp add mod ord">
        <pc:chgData name="Bhavani S" userId="591fa8db-8382-473b-83b4-bfc157c48d07" providerId="ADAL" clId="{03FAE40E-BB59-4E8C-8390-E1F646428F17}" dt="2025-11-13T07:47:58.108" v="538" actId="478"/>
        <pc:sldMkLst>
          <pc:docMk/>
          <pc:sldMk cId="3291433698" sldId="2146847240"/>
        </pc:sldMkLst>
        <pc:spChg chg="add mod">
          <ac:chgData name="Bhavani S" userId="591fa8db-8382-473b-83b4-bfc157c48d07" providerId="ADAL" clId="{03FAE40E-BB59-4E8C-8390-E1F646428F17}" dt="2025-11-13T07:39:24.261" v="468" actId="255"/>
          <ac:spMkLst>
            <pc:docMk/>
            <pc:sldMk cId="3291433698" sldId="2146847240"/>
            <ac:spMk id="19" creationId="{DEE35B29-6949-8665-B0E1-6A3A7B398680}"/>
          </ac:spMkLst>
        </pc:spChg>
      </pc:sldChg>
      <pc:sldChg chg="add del">
        <pc:chgData name="Bhavani S" userId="591fa8db-8382-473b-83b4-bfc157c48d07" providerId="ADAL" clId="{03FAE40E-BB59-4E8C-8390-E1F646428F17}" dt="2025-11-13T07:48:03.911" v="539" actId="47"/>
        <pc:sldMkLst>
          <pc:docMk/>
          <pc:sldMk cId="504775658" sldId="2146847241"/>
        </pc:sldMkLst>
      </pc:sldChg>
      <pc:sldChg chg="delSp modSp add del mod">
        <pc:chgData name="Bhavani S" userId="591fa8db-8382-473b-83b4-bfc157c48d07" providerId="ADAL" clId="{03FAE40E-BB59-4E8C-8390-E1F646428F17}" dt="2025-11-13T08:12:36.667" v="576" actId="2696"/>
        <pc:sldMkLst>
          <pc:docMk/>
          <pc:sldMk cId="2495920859" sldId="2146847241"/>
        </pc:sldMkLst>
      </pc:sldChg>
      <pc:sldChg chg="addSp delSp modSp add del mod">
        <pc:chgData name="Bhavani S" userId="591fa8db-8382-473b-83b4-bfc157c48d07" providerId="ADAL" clId="{03FAE40E-BB59-4E8C-8390-E1F646428F17}" dt="2025-11-13T09:10:21.926" v="824" actId="2696"/>
        <pc:sldMkLst>
          <pc:docMk/>
          <pc:sldMk cId="2952366472" sldId="2146847242"/>
        </pc:sldMkLst>
      </pc:sldChg>
      <pc:sldChg chg="addSp delSp modSp add mod">
        <pc:chgData name="Bhavani S" userId="591fa8db-8382-473b-83b4-bfc157c48d07" providerId="ADAL" clId="{03FAE40E-BB59-4E8C-8390-E1F646428F17}" dt="2025-11-13T09:10:11.841" v="823" actId="478"/>
        <pc:sldMkLst>
          <pc:docMk/>
          <pc:sldMk cId="740524203" sldId="2146847243"/>
        </pc:sldMkLst>
      </pc:sldChg>
      <pc:sldChg chg="add del">
        <pc:chgData name="Bhavani S" userId="591fa8db-8382-473b-83b4-bfc157c48d07" providerId="ADAL" clId="{03FAE40E-BB59-4E8C-8390-E1F646428F17}" dt="2025-11-13T08:51:43.637" v="745" actId="2696"/>
        <pc:sldMkLst>
          <pc:docMk/>
          <pc:sldMk cId="1381395861" sldId="2146847243"/>
        </pc:sldMkLst>
      </pc:sldChg>
      <pc:sldChg chg="addSp delSp modSp new del mod">
        <pc:chgData name="Bhavani S" userId="591fa8db-8382-473b-83b4-bfc157c48d07" providerId="ADAL" clId="{03FAE40E-BB59-4E8C-8390-E1F646428F17}" dt="2025-11-13T09:02:11.274" v="786" actId="2696"/>
        <pc:sldMkLst>
          <pc:docMk/>
          <pc:sldMk cId="2476959483" sldId="2146847243"/>
        </pc:sldMkLst>
      </pc:sldChg>
      <pc:sldChg chg="add del">
        <pc:chgData name="Bhavani S" userId="591fa8db-8382-473b-83b4-bfc157c48d07" providerId="ADAL" clId="{03FAE40E-BB59-4E8C-8390-E1F646428F17}" dt="2025-11-13T08:28:52.892" v="716" actId="2696"/>
        <pc:sldMkLst>
          <pc:docMk/>
          <pc:sldMk cId="2947952683" sldId="2146847243"/>
        </pc:sldMkLst>
      </pc:sldChg>
      <pc:sldChg chg="addSp modSp new del mod">
        <pc:chgData name="Bhavani S" userId="591fa8db-8382-473b-83b4-bfc157c48d07" providerId="ADAL" clId="{03FAE40E-BB59-4E8C-8390-E1F646428F17}" dt="2025-11-13T09:05:36.269" v="802" actId="2696"/>
        <pc:sldMkLst>
          <pc:docMk/>
          <pc:sldMk cId="2866346572" sldId="2146847244"/>
        </pc:sldMkLst>
      </pc:sldChg>
      <pc:sldChg chg="addSp delSp modSp add mod">
        <pc:chgData name="Bhavani S" userId="591fa8db-8382-473b-83b4-bfc157c48d07" providerId="ADAL" clId="{03FAE40E-BB59-4E8C-8390-E1F646428F17}" dt="2025-11-13T14:01:29.503" v="1168" actId="1076"/>
        <pc:sldMkLst>
          <pc:docMk/>
          <pc:sldMk cId="3431459407" sldId="2146847244"/>
        </pc:sldMkLst>
      </pc:sldChg>
      <pc:sldChg chg="modSp add del mod">
        <pc:chgData name="Bhavani S" userId="591fa8db-8382-473b-83b4-bfc157c48d07" providerId="ADAL" clId="{03FAE40E-BB59-4E8C-8390-E1F646428F17}" dt="2025-11-13T14:25:21.485" v="1295" actId="47"/>
        <pc:sldMkLst>
          <pc:docMk/>
          <pc:sldMk cId="742059489" sldId="2146847245"/>
        </pc:sldMkLst>
      </pc:sldChg>
      <pc:sldChg chg="addSp delSp modSp add del mod">
        <pc:chgData name="Bhavani S" userId="591fa8db-8382-473b-83b4-bfc157c48d07" providerId="ADAL" clId="{03FAE40E-BB59-4E8C-8390-E1F646428F17}" dt="2025-11-13T14:36:57.484" v="1331" actId="47"/>
        <pc:sldMkLst>
          <pc:docMk/>
          <pc:sldMk cId="1904909899" sldId="2146847245"/>
        </pc:sldMkLst>
      </pc:sldChg>
      <pc:sldChg chg="add del">
        <pc:chgData name="Bhavani S" userId="591fa8db-8382-473b-83b4-bfc157c48d07" providerId="ADAL" clId="{03FAE40E-BB59-4E8C-8390-E1F646428F17}" dt="2025-11-13T14:40:00.015" v="1335" actId="2696"/>
        <pc:sldMkLst>
          <pc:docMk/>
          <pc:sldMk cId="1973102763" sldId="2146847245"/>
        </pc:sldMkLst>
      </pc:sldChg>
      <pc:sldChg chg="addSp delSp modSp add mod">
        <pc:chgData name="Bhavani S" userId="591fa8db-8382-473b-83b4-bfc157c48d07" providerId="ADAL" clId="{03FAE40E-BB59-4E8C-8390-E1F646428F17}" dt="2025-11-14T04:58:09.501" v="1409" actId="1076"/>
        <pc:sldMkLst>
          <pc:docMk/>
          <pc:sldMk cId="3265191975" sldId="2146847245"/>
        </pc:sldMkLst>
        <pc:spChg chg="mod">
          <ac:chgData name="Bhavani S" userId="591fa8db-8382-473b-83b4-bfc157c48d07" providerId="ADAL" clId="{03FAE40E-BB59-4E8C-8390-E1F646428F17}" dt="2025-11-14T04:56:10.256" v="1396" actId="1076"/>
          <ac:spMkLst>
            <pc:docMk/>
            <pc:sldMk cId="3265191975" sldId="2146847245"/>
            <ac:spMk id="2" creationId="{BD792146-F57C-F0B9-5495-396660D9431C}"/>
          </ac:spMkLst>
        </pc:spChg>
        <pc:spChg chg="add mod ord">
          <ac:chgData name="Bhavani S" userId="591fa8db-8382-473b-83b4-bfc157c48d07" providerId="ADAL" clId="{03FAE40E-BB59-4E8C-8390-E1F646428F17}" dt="2025-11-14T04:57:27.524" v="1405" actId="1076"/>
          <ac:spMkLst>
            <pc:docMk/>
            <pc:sldMk cId="3265191975" sldId="2146847245"/>
            <ac:spMk id="9" creationId="{8449D4F5-500C-97F2-4277-3A4EDC12E908}"/>
          </ac:spMkLst>
        </pc:spChg>
        <pc:spChg chg="add mod">
          <ac:chgData name="Bhavani S" userId="591fa8db-8382-473b-83b4-bfc157c48d07" providerId="ADAL" clId="{03FAE40E-BB59-4E8C-8390-E1F646428F17}" dt="2025-11-14T04:57:37.667" v="1407" actId="1076"/>
          <ac:spMkLst>
            <pc:docMk/>
            <pc:sldMk cId="3265191975" sldId="2146847245"/>
            <ac:spMk id="10" creationId="{495C7CA6-2BED-B684-6D7D-E9DEF3B97363}"/>
          </ac:spMkLst>
        </pc:spChg>
        <pc:spChg chg="add mod">
          <ac:chgData name="Bhavani S" userId="591fa8db-8382-473b-83b4-bfc157c48d07" providerId="ADAL" clId="{03FAE40E-BB59-4E8C-8390-E1F646428F17}" dt="2025-11-14T04:58:09.501" v="1409" actId="1076"/>
          <ac:spMkLst>
            <pc:docMk/>
            <pc:sldMk cId="3265191975" sldId="2146847245"/>
            <ac:spMk id="11" creationId="{F0C518AD-AF09-061D-971B-84D5B2A52AC7}"/>
          </ac:spMkLst>
        </pc:spChg>
        <pc:picChg chg="add mod">
          <ac:chgData name="Bhavani S" userId="591fa8db-8382-473b-83b4-bfc157c48d07" providerId="ADAL" clId="{03FAE40E-BB59-4E8C-8390-E1F646428F17}" dt="2025-11-14T04:57:21.852" v="1404" actId="1076"/>
          <ac:picMkLst>
            <pc:docMk/>
            <pc:sldMk cId="3265191975" sldId="2146847245"/>
            <ac:picMk id="8" creationId="{8C97D5D4-76B3-1515-EE61-A8E3DA4CE21F}"/>
          </ac:picMkLst>
        </pc:picChg>
      </pc:sldChg>
      <pc:sldChg chg="add del">
        <pc:chgData name="Bhavani S" userId="591fa8db-8382-473b-83b4-bfc157c48d07" providerId="ADAL" clId="{03FAE40E-BB59-4E8C-8390-E1F646428F17}" dt="2025-11-14T05:15:57.690" v="1464" actId="2890"/>
        <pc:sldMkLst>
          <pc:docMk/>
          <pc:sldMk cId="1972436705" sldId="2146847246"/>
        </pc:sldMkLst>
      </pc:sldChg>
      <pc:sldChg chg="addSp delSp modSp add mod setBg setClrOvrMap">
        <pc:chgData name="Bhavani S" userId="591fa8db-8382-473b-83b4-bfc157c48d07" providerId="ADAL" clId="{03FAE40E-BB59-4E8C-8390-E1F646428F17}" dt="2025-11-14T05:23:47.501" v="1498" actId="26606"/>
        <pc:sldMkLst>
          <pc:docMk/>
          <pc:sldMk cId="3101790090" sldId="2146847246"/>
        </pc:sldMkLst>
      </pc:sldChg>
      <pc:sldChg chg="new del">
        <pc:chgData name="Bhavani S" userId="591fa8db-8382-473b-83b4-bfc157c48d07" providerId="ADAL" clId="{03FAE40E-BB59-4E8C-8390-E1F646428F17}" dt="2025-11-14T05:16:10.201" v="1466" actId="2696"/>
        <pc:sldMkLst>
          <pc:docMk/>
          <pc:sldMk cId="3904527846" sldId="2146847246"/>
        </pc:sldMkLst>
      </pc:sldChg>
      <pc:sldChg chg="addSp modSp add del mod">
        <pc:chgData name="Bhavani S" userId="591fa8db-8382-473b-83b4-bfc157c48d07" providerId="ADAL" clId="{03FAE40E-BB59-4E8C-8390-E1F646428F17}" dt="2025-11-13T08:53:57.141" v="753" actId="2696"/>
        <pc:sldMkLst>
          <pc:docMk/>
          <pc:sldMk cId="1401064460" sldId="2147480018"/>
        </pc:sldMkLst>
      </pc:sldChg>
      <pc:sldMasterChg chg="add del addSldLayout delSldLayout">
        <pc:chgData name="Bhavani S" userId="591fa8db-8382-473b-83b4-bfc157c48d07" providerId="ADAL" clId="{03FAE40E-BB59-4E8C-8390-E1F646428F17}" dt="2025-11-13T14:40:10.375" v="1336" actId="2696"/>
        <pc:sldMasterMkLst>
          <pc:docMk/>
          <pc:sldMasterMk cId="2185296547" sldId="2147483648"/>
        </pc:sldMasterMkLst>
        <pc:sldLayoutChg chg="add del">
          <pc:chgData name="Bhavani S" userId="591fa8db-8382-473b-83b4-bfc157c48d07" providerId="ADAL" clId="{03FAE40E-BB59-4E8C-8390-E1F646428F17}" dt="2025-11-13T14:40:10.375" v="1336" actId="2696"/>
          <pc:sldLayoutMkLst>
            <pc:docMk/>
            <pc:sldMasterMk cId="2185296547" sldId="2147483648"/>
            <pc:sldLayoutMk cId="3970960208" sldId="2147483649"/>
          </pc:sldLayoutMkLst>
        </pc:sldLayoutChg>
        <pc:sldLayoutChg chg="add del">
          <pc:chgData name="Bhavani S" userId="591fa8db-8382-473b-83b4-bfc157c48d07" providerId="ADAL" clId="{03FAE40E-BB59-4E8C-8390-E1F646428F17}" dt="2025-11-13T14:40:10.375" v="1336" actId="2696"/>
          <pc:sldLayoutMkLst>
            <pc:docMk/>
            <pc:sldMasterMk cId="2185296547" sldId="2147483648"/>
            <pc:sldLayoutMk cId="3970960208" sldId="2147483730"/>
          </pc:sldLayoutMkLst>
        </pc:sldLayoutChg>
      </pc:sldMasterChg>
      <pc:sldMasterChg chg="delSldLayout">
        <pc:chgData name="Bhavani S" userId="591fa8db-8382-473b-83b4-bfc157c48d07" providerId="ADAL" clId="{03FAE40E-BB59-4E8C-8390-E1F646428F17}" dt="2025-11-13T08:51:43.637" v="745" actId="2696"/>
        <pc:sldMasterMkLst>
          <pc:docMk/>
          <pc:sldMasterMk cId="605204986" sldId="2147483662"/>
        </pc:sldMasterMkLst>
        <pc:sldLayoutChg chg="del">
          <pc:chgData name="Bhavani S" userId="591fa8db-8382-473b-83b4-bfc157c48d07" providerId="ADAL" clId="{03FAE40E-BB59-4E8C-8390-E1F646428F17}" dt="2025-11-13T08:51:43.637" v="745" actId="2696"/>
          <pc:sldLayoutMkLst>
            <pc:docMk/>
            <pc:sldMasterMk cId="605204986" sldId="2147483662"/>
            <pc:sldLayoutMk cId="2102431635" sldId="2147483682"/>
          </pc:sldLayoutMkLst>
        </pc:sldLayoutChg>
        <pc:sldLayoutChg chg="del">
          <pc:chgData name="Bhavani S" userId="591fa8db-8382-473b-83b4-bfc157c48d07" providerId="ADAL" clId="{03FAE40E-BB59-4E8C-8390-E1F646428F17}" dt="2025-11-13T08:49:12.442" v="723" actId="2696"/>
          <pc:sldLayoutMkLst>
            <pc:docMk/>
            <pc:sldMasterMk cId="605204986" sldId="2147483662"/>
            <pc:sldLayoutMk cId="301030854" sldId="2147483683"/>
          </pc:sldLayoutMkLst>
        </pc:sldLayoutChg>
        <pc:sldLayoutChg chg="del">
          <pc:chgData name="Bhavani S" userId="591fa8db-8382-473b-83b4-bfc157c48d07" providerId="ADAL" clId="{03FAE40E-BB59-4E8C-8390-E1F646428F17}" dt="2025-11-13T07:38:21.729" v="457" actId="2696"/>
          <pc:sldLayoutMkLst>
            <pc:docMk/>
            <pc:sldMasterMk cId="605204986" sldId="2147483662"/>
            <pc:sldLayoutMk cId="4110389275" sldId="2147483683"/>
          </pc:sldLayoutMkLst>
        </pc:sldLayoutChg>
      </pc:sldMasterChg>
      <pc:sldMasterChg chg="delSldLayout">
        <pc:chgData name="Bhavani S" userId="591fa8db-8382-473b-83b4-bfc157c48d07" providerId="ADAL" clId="{03FAE40E-BB59-4E8C-8390-E1F646428F17}" dt="2025-10-27T13:58:09.936" v="365" actId="2696"/>
        <pc:sldMasterMkLst>
          <pc:docMk/>
          <pc:sldMasterMk cId="3452722334" sldId="2147483673"/>
        </pc:sldMasterMkLst>
      </pc:sldMasterChg>
      <pc:sldMasterChg chg="delSldLayout">
        <pc:chgData name="Bhavani S" userId="591fa8db-8382-473b-83b4-bfc157c48d07" providerId="ADAL" clId="{03FAE40E-BB59-4E8C-8390-E1F646428F17}" dt="2025-11-13T13:48:38.446" v="1030" actId="2696"/>
        <pc:sldMasterMkLst>
          <pc:docMk/>
          <pc:sldMasterMk cId="1919714218" sldId="2147483675"/>
        </pc:sldMasterMkLst>
        <pc:sldLayoutChg chg="del">
          <pc:chgData name="Bhavani S" userId="591fa8db-8382-473b-83b4-bfc157c48d07" providerId="ADAL" clId="{03FAE40E-BB59-4E8C-8390-E1F646428F17}" dt="2025-11-13T07:52:20.607" v="540" actId="2696"/>
          <pc:sldLayoutMkLst>
            <pc:docMk/>
            <pc:sldMasterMk cId="1919714218" sldId="2147483675"/>
            <pc:sldLayoutMk cId="388898234" sldId="2147483681"/>
          </pc:sldLayoutMkLst>
        </pc:sldLayoutChg>
        <pc:sldLayoutChg chg="del">
          <pc:chgData name="Bhavani S" userId="591fa8db-8382-473b-83b4-bfc157c48d07" providerId="ADAL" clId="{03FAE40E-BB59-4E8C-8390-E1F646428F17}" dt="2025-11-13T09:04:44.049" v="790" actId="2696"/>
          <pc:sldLayoutMkLst>
            <pc:docMk/>
            <pc:sldMasterMk cId="1919714218" sldId="2147483675"/>
            <pc:sldLayoutMk cId="808682121" sldId="2147483725"/>
          </pc:sldLayoutMkLst>
        </pc:sldLayoutChg>
        <pc:sldLayoutChg chg="del">
          <pc:chgData name="Bhavani S" userId="591fa8db-8382-473b-83b4-bfc157c48d07" providerId="ADAL" clId="{03FAE40E-BB59-4E8C-8390-E1F646428F17}" dt="2025-11-13T13:48:38.446" v="1030" actId="2696"/>
          <pc:sldLayoutMkLst>
            <pc:docMk/>
            <pc:sldMasterMk cId="1919714218" sldId="2147483675"/>
            <pc:sldLayoutMk cId="1298166606" sldId="2147483728"/>
          </pc:sldLayoutMkLst>
        </pc:sldLayoutChg>
        <pc:sldLayoutChg chg="del">
          <pc:chgData name="Bhavani S" userId="591fa8db-8382-473b-83b4-bfc157c48d07" providerId="ADAL" clId="{03FAE40E-BB59-4E8C-8390-E1F646428F17}" dt="2025-11-13T10:58:02.708" v="844" actId="2696"/>
          <pc:sldLayoutMkLst>
            <pc:docMk/>
            <pc:sldMasterMk cId="1919714218" sldId="2147483675"/>
            <pc:sldLayoutMk cId="3949014812" sldId="2147483728"/>
          </pc:sldLayoutMkLst>
        </pc:sldLayoutChg>
      </pc:sldMasterChg>
      <pc:sldMasterChg chg="delSldLayout">
        <pc:chgData name="Bhavani S" userId="591fa8db-8382-473b-83b4-bfc157c48d07" providerId="ADAL" clId="{03FAE40E-BB59-4E8C-8390-E1F646428F17}" dt="2025-11-13T08:15:58.617" v="597" actId="2696"/>
        <pc:sldMasterMkLst>
          <pc:docMk/>
          <pc:sldMasterMk cId="1096527198" sldId="2147483677"/>
        </pc:sldMasterMkLst>
        <pc:sldLayoutChg chg="del">
          <pc:chgData name="Bhavani S" userId="591fa8db-8382-473b-83b4-bfc157c48d07" providerId="ADAL" clId="{03FAE40E-BB59-4E8C-8390-E1F646428F17}" dt="2025-11-13T08:11:04.581" v="570" actId="2696"/>
          <pc:sldLayoutMkLst>
            <pc:docMk/>
            <pc:sldMasterMk cId="1096527198" sldId="2147483677"/>
            <pc:sldLayoutMk cId="2011329092" sldId="2147483683"/>
          </pc:sldLayoutMkLst>
        </pc:sldLayoutChg>
        <pc:sldLayoutChg chg="del">
          <pc:chgData name="Bhavani S" userId="591fa8db-8382-473b-83b4-bfc157c48d07" providerId="ADAL" clId="{03FAE40E-BB59-4E8C-8390-E1F646428F17}" dt="2025-11-13T08:15:58.617" v="597" actId="2696"/>
          <pc:sldLayoutMkLst>
            <pc:docMk/>
            <pc:sldMasterMk cId="1096527198" sldId="2147483677"/>
            <pc:sldLayoutMk cId="2275466935" sldId="2147483683"/>
          </pc:sldLayoutMkLst>
        </pc:sldLayoutChg>
      </pc:sldMasterChg>
      <pc:sldMasterChg chg="modSldLayout">
        <pc:chgData name="Bhavani S" userId="591fa8db-8382-473b-83b4-bfc157c48d07" providerId="ADAL" clId="{03FAE40E-BB59-4E8C-8390-E1F646428F17}" dt="2025-11-13T08:52:55.899" v="746"/>
        <pc:sldMasterMkLst>
          <pc:docMk/>
          <pc:sldMasterMk cId="3457467219" sldId="2147483685"/>
        </pc:sldMasterMkLst>
        <pc:sldLayoutChg chg="delSp">
          <pc:chgData name="Bhavani S" userId="591fa8db-8382-473b-83b4-bfc157c48d07" providerId="ADAL" clId="{03FAE40E-BB59-4E8C-8390-E1F646428F17}" dt="2025-11-13T08:52:55.899" v="746"/>
          <pc:sldLayoutMkLst>
            <pc:docMk/>
            <pc:sldMasterMk cId="3457467219" sldId="2147483685"/>
            <pc:sldLayoutMk cId="396937078" sldId="2147483704"/>
          </pc:sldLayoutMkLst>
        </pc:sldLayoutChg>
      </pc:sldMasterChg>
      <pc:sldMasterChg chg="delSldLayout">
        <pc:chgData name="Bhavani S" userId="591fa8db-8382-473b-83b4-bfc157c48d07" providerId="ADAL" clId="{03FAE40E-BB59-4E8C-8390-E1F646428F17}" dt="2025-11-13T09:02:13.363" v="787" actId="2696"/>
        <pc:sldMasterMkLst>
          <pc:docMk/>
          <pc:sldMasterMk cId="2931003893" sldId="2147483705"/>
        </pc:sldMasterMkLst>
        <pc:sldLayoutChg chg="del">
          <pc:chgData name="Bhavani S" userId="591fa8db-8382-473b-83b4-bfc157c48d07" providerId="ADAL" clId="{03FAE40E-BB59-4E8C-8390-E1F646428F17}" dt="2025-11-13T08:53:57.141" v="753" actId="2696"/>
          <pc:sldLayoutMkLst>
            <pc:docMk/>
            <pc:sldMasterMk cId="2931003893" sldId="2147483705"/>
            <pc:sldLayoutMk cId="714466617" sldId="2147483723"/>
          </pc:sldLayoutMkLst>
        </pc:sldLayoutChg>
        <pc:sldLayoutChg chg="del">
          <pc:chgData name="Bhavani S" userId="591fa8db-8382-473b-83b4-bfc157c48d07" providerId="ADAL" clId="{03FAE40E-BB59-4E8C-8390-E1F646428F17}" dt="2025-11-13T09:02:13.363" v="787" actId="2696"/>
          <pc:sldLayoutMkLst>
            <pc:docMk/>
            <pc:sldMasterMk cId="2931003893" sldId="2147483705"/>
            <pc:sldLayoutMk cId="489922721" sldId="2147483725"/>
          </pc:sldLayoutMkLst>
        </pc:sldLayoutChg>
      </pc:sldMasterChg>
      <pc:sldMasterChg chg="add replId addSldLayout modSldLayout">
        <pc:chgData name="Bhavani S" userId="591fa8db-8382-473b-83b4-bfc157c48d07" providerId="ADAL" clId="{03FAE40E-BB59-4E8C-8390-E1F646428F17}" dt="2025-11-13T14:39:54.966" v="1333"/>
        <pc:sldMasterMkLst>
          <pc:docMk/>
          <pc:sldMasterMk cId="1919714218" sldId="2147483728"/>
        </pc:sldMasterMkLst>
        <pc:sldLayoutChg chg="add replId">
          <pc:chgData name="Bhavani S" userId="591fa8db-8382-473b-83b4-bfc157c48d07" providerId="ADAL" clId="{03FAE40E-BB59-4E8C-8390-E1F646428F17}" dt="2025-11-13T14:39:54.966" v="1333"/>
          <pc:sldLayoutMkLst>
            <pc:docMk/>
            <pc:sldMasterMk cId="1919714218" sldId="2147483728"/>
            <pc:sldLayoutMk cId="1365547014" sldId="2147483729"/>
          </pc:sldLayoutMkLst>
        </pc:sldLayoutChg>
      </pc:sldMasterChg>
    </pc:docChg>
  </pc:docChgLst>
  <pc:docChgLst>
    <pc:chgData name="Bhavani S" userId="S::bhavani.s2@gds.ey.com::591fa8db-8382-473b-83b4-bfc157c48d07" providerId="AD" clId="Web-{E05FDC06-1516-9F7B-39B9-4DBF6BE8439B}"/>
    <pc:docChg chg="modSld">
      <pc:chgData name="Bhavani S" userId="S::bhavani.s2@gds.ey.com::591fa8db-8382-473b-83b4-bfc157c48d07" providerId="AD" clId="Web-{E05FDC06-1516-9F7B-39B9-4DBF6BE8439B}" dt="2025-11-11T06:50:20.224" v="3" actId="20577"/>
      <pc:docMkLst>
        <pc:docMk/>
      </pc:docMkLst>
      <pc:sldChg chg="modSp">
        <pc:chgData name="Bhavani S" userId="S::bhavani.s2@gds.ey.com::591fa8db-8382-473b-83b4-bfc157c48d07" providerId="AD" clId="Web-{E05FDC06-1516-9F7B-39B9-4DBF6BE8439B}" dt="2025-11-11T06:50:10.347" v="0" actId="20577"/>
        <pc:sldMkLst>
          <pc:docMk/>
          <pc:sldMk cId="1537229070" sldId="261"/>
        </pc:sldMkLst>
      </pc:sldChg>
      <pc:sldChg chg="modSp">
        <pc:chgData name="Bhavani S" userId="S::bhavani.s2@gds.ey.com::591fa8db-8382-473b-83b4-bfc157c48d07" providerId="AD" clId="Web-{E05FDC06-1516-9F7B-39B9-4DBF6BE8439B}" dt="2025-11-11T06:50:20.224" v="3" actId="20577"/>
        <pc:sldMkLst>
          <pc:docMk/>
          <pc:sldMk cId="468495947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67650-14BB-4089-A64D-BADABD9BDBBA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2F3B1-52DF-4DD7-AA10-1BF49EAE4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98A98-0DDC-3689-8580-09C9D6C1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4FCCF-CBD0-954B-389D-F0585C22A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4849B-9675-FC85-05B8-E40BDD89A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DAF62-4DBB-8240-207C-E304B7B97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7848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A8FF-FB93-DA2F-C362-71CF88AE3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61432-A47B-CC34-0391-0FACA8FE2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D57F0-E405-5539-F842-631F3F491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3251-800C-8EA5-CE17-0596F5818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123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D9F62-CB6B-11CF-FBCA-707C91C4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829A2-FD32-FFE9-60B6-3D9C6D7D7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5DD19-3998-8815-4650-E0DE02626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EE331-C9E1-7268-0307-C14682B9E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1947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831A62-7AD4-4C22-A376-B72D448A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1" y="6471243"/>
            <a:ext cx="5712396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EY and SAP internal use only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7DA59-717E-43CB-A16A-EF0EB3F11C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-3173" y="1"/>
            <a:ext cx="12195173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E69BE2-496C-48A4-AB29-241FDE4B94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-3173" y="1"/>
            <a:ext cx="12195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13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89D410D-9A12-DCD5-925A-C9DA2496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"/>
            <a:ext cx="12192000" cy="68572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73404F9-7459-BD52-4377-9FAC176AE14F}"/>
              </a:ext>
            </a:extLst>
          </p:cNvPr>
          <p:cNvSpPr/>
          <p:nvPr userDrawn="1"/>
        </p:nvSpPr>
        <p:spPr>
          <a:xfrm rot="10800000">
            <a:off x="0" y="0"/>
            <a:ext cx="9751697" cy="6858000"/>
          </a:xfrm>
          <a:prstGeom prst="rect">
            <a:avLst/>
          </a:prstGeom>
          <a:gradFill flip="none" rotWithShape="1">
            <a:gsLst>
              <a:gs pos="0">
                <a:srgbClr val="201154">
                  <a:alpha val="88000"/>
                </a:srgbClr>
              </a:gs>
              <a:gs pos="55000">
                <a:srgbClr val="310B32">
                  <a:alpha val="65000"/>
                </a:srgbClr>
              </a:gs>
              <a:gs pos="100000">
                <a:srgbClr val="350E43">
                  <a:alpha val="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199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B67CD5-413C-7AAF-8AFC-49F70726B492}"/>
              </a:ext>
            </a:extLst>
          </p:cNvPr>
          <p:cNvGrpSpPr/>
          <p:nvPr userDrawn="1"/>
        </p:nvGrpSpPr>
        <p:grpSpPr>
          <a:xfrm>
            <a:off x="485523" y="6164633"/>
            <a:ext cx="4938363" cy="318770"/>
            <a:chOff x="485775" y="6164633"/>
            <a:chExt cx="4940935" cy="318770"/>
          </a:xfrm>
        </p:grpSpPr>
        <p:sp>
          <p:nvSpPr>
            <p:cNvPr id="3" name="Freeform 296">
              <a:extLst>
                <a:ext uri="{FF2B5EF4-FFF2-40B4-BE49-F238E27FC236}">
                  <a16:creationId xmlns:a16="http://schemas.microsoft.com/office/drawing/2014/main" id="{0CE053C9-427E-78E4-1481-00E37C4BDF51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/>
            </a:p>
          </p:txBody>
        </p:sp>
        <p:sp>
          <p:nvSpPr>
            <p:cNvPr id="4" name="Freeform 297">
              <a:extLst>
                <a:ext uri="{FF2B5EF4-FFF2-40B4-BE49-F238E27FC236}">
                  <a16:creationId xmlns:a16="http://schemas.microsoft.com/office/drawing/2014/main" id="{47F88867-F403-AB8D-00F5-6AAD00E21468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/>
            </a:p>
          </p:txBody>
        </p:sp>
      </p:grpSp>
      <p:sp>
        <p:nvSpPr>
          <p:cNvPr id="9" name="Subtitle 2">
            <a:extLst>
              <a:ext uri="{FF2B5EF4-FFF2-40B4-BE49-F238E27FC236}">
                <a16:creationId xmlns:a16="http://schemas.microsoft.com/office/drawing/2014/main" id="{2CD40361-C0EB-B7A5-5475-1A5D97CF727A}"/>
              </a:ext>
            </a:extLst>
          </p:cNvPr>
          <p:cNvSpPr txBox="1">
            <a:spLocks/>
          </p:cNvSpPr>
          <p:nvPr userDrawn="1"/>
        </p:nvSpPr>
        <p:spPr>
          <a:xfrm>
            <a:off x="889299" y="3451506"/>
            <a:ext cx="4905073" cy="511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599" dirty="0">
                <a:solidFill>
                  <a:schemeClr val="bg1"/>
                </a:solidFill>
                <a:latin typeface="EYInterstate regular" panose="02000503020000020004" pitchFamily="2" charset="0"/>
              </a:rPr>
              <a:t>Statement of credentials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A972679B-18DE-8817-1AB9-F94A83D28FC8}"/>
              </a:ext>
            </a:extLst>
          </p:cNvPr>
          <p:cNvSpPr txBox="1">
            <a:spLocks/>
          </p:cNvSpPr>
          <p:nvPr userDrawn="1"/>
        </p:nvSpPr>
        <p:spPr>
          <a:xfrm>
            <a:off x="889299" y="2796531"/>
            <a:ext cx="4903455" cy="5300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EYInterstate Regular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GB" sz="4198" dirty="0">
                <a:solidFill>
                  <a:schemeClr val="bg1"/>
                </a:solidFill>
              </a:rPr>
              <a:t>EY India</a:t>
            </a:r>
            <a:endParaRPr lang="en-US" sz="4198" dirty="0">
              <a:solidFill>
                <a:schemeClr val="bg1"/>
              </a:solidFill>
            </a:endParaRPr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D668D04E-E819-8E91-0556-2E3D7E63C8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9299" y="3877670"/>
            <a:ext cx="1994639" cy="246221"/>
          </a:xfrm>
        </p:spPr>
        <p:txBody>
          <a:bodyPr wrap="square">
            <a:spAutoFit/>
          </a:bodyPr>
          <a:lstStyle>
            <a:lvl1pPr marL="0" indent="0">
              <a:buNone/>
              <a:defRPr sz="1599" b="1">
                <a:solidFill>
                  <a:schemeClr val="bg1"/>
                </a:solidFill>
                <a:latin typeface="+mj-lt"/>
              </a:defRPr>
            </a:lvl1pPr>
            <a:lvl2pPr marL="251874" indent="0">
              <a:buNone/>
              <a:defRPr sz="1599" b="1">
                <a:latin typeface="+mj-lt"/>
              </a:defRPr>
            </a:lvl2pPr>
            <a:lvl3pPr marL="503748" indent="0">
              <a:buNone/>
              <a:defRPr sz="1599" b="1">
                <a:latin typeface="+mj-lt"/>
              </a:defRPr>
            </a:lvl3pPr>
            <a:lvl4pPr marL="755622" indent="0">
              <a:buNone/>
              <a:defRPr sz="1599" b="1">
                <a:latin typeface="+mj-lt"/>
              </a:defRPr>
            </a:lvl4pPr>
            <a:lvl5pPr marL="1007496" indent="0">
              <a:buNone/>
              <a:defRPr sz="1599" b="1">
                <a:latin typeface="+mj-lt"/>
              </a:defRPr>
            </a:lvl5pPr>
          </a:lstStyle>
          <a:p>
            <a:pPr lvl="0"/>
            <a:r>
              <a:rPr lang="en-GB" dirty="0"/>
              <a:t>FY 25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F1C425-1BEE-0C73-734A-BF89579A5CA0}"/>
              </a:ext>
            </a:extLst>
          </p:cNvPr>
          <p:cNvGrpSpPr/>
          <p:nvPr userDrawn="1"/>
        </p:nvGrpSpPr>
        <p:grpSpPr>
          <a:xfrm>
            <a:off x="485521" y="1679873"/>
            <a:ext cx="3867214" cy="2956820"/>
            <a:chOff x="485774" y="1291008"/>
            <a:chExt cx="5706110" cy="4360545"/>
          </a:xfrm>
        </p:grpSpPr>
        <p:sp>
          <p:nvSpPr>
            <p:cNvPr id="20" name="Freeform 25">
              <a:extLst>
                <a:ext uri="{FF2B5EF4-FFF2-40B4-BE49-F238E27FC236}">
                  <a16:creationId xmlns:a16="http://schemas.microsoft.com/office/drawing/2014/main" id="{9CDA539F-0975-2245-FFF9-CA9F95CCD9D7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A0F86D32-6E3A-E481-F7AD-037335556830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05A8661-1A09-F827-1127-8995FCA11C21}"/>
              </a:ext>
            </a:extLst>
          </p:cNvPr>
          <p:cNvGrpSpPr/>
          <p:nvPr userDrawn="1"/>
        </p:nvGrpSpPr>
        <p:grpSpPr bwMode="black">
          <a:xfrm>
            <a:off x="10557725" y="5167683"/>
            <a:ext cx="1218565" cy="1284606"/>
            <a:chOff x="10563224" y="5158158"/>
            <a:chExt cx="1219200" cy="1284606"/>
          </a:xfrm>
        </p:grpSpPr>
        <p:sp>
          <p:nvSpPr>
            <p:cNvPr id="7" name="Freeform 310">
              <a:extLst>
                <a:ext uri="{FF2B5EF4-FFF2-40B4-BE49-F238E27FC236}">
                  <a16:creationId xmlns:a16="http://schemas.microsoft.com/office/drawing/2014/main" id="{E68142F7-375F-1CF0-8386-6C759BB86373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/>
            </a:p>
          </p:txBody>
        </p:sp>
        <p:sp>
          <p:nvSpPr>
            <p:cNvPr id="8" name="Freeform 311">
              <a:extLst>
                <a:ext uri="{FF2B5EF4-FFF2-40B4-BE49-F238E27FC236}">
                  <a16:creationId xmlns:a16="http://schemas.microsoft.com/office/drawing/2014/main" id="{3F935F28-314E-4008-D73D-B2D93FB6FC1F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309175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29DB60D-B14D-4CB0-A1D5-896B8110D934}" type="datetime1">
              <a:rPr lang="en-US"/>
              <a:t>12/12/2025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IN" dirty="0"/>
              <a:t>Key trends in P&amp;C insurance | EY Insights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638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2D27D-96ED-1322-3EF2-DA5DC0AC1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21FEE-6B83-99A2-2B17-08B8C0A27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07513-66A7-EA20-2FA4-CC8CAA9C9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616C-F738-4195-9CBC-57322DFDB528}" type="datetime3">
              <a:rPr lang="en-US"/>
              <a:t>12 December 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0B0A-9101-83DC-67BB-F91D44449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73B58-7195-EDC5-AA3F-65A26DFB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91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16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69D6F-A030-48CA-9C7C-9FC3A6F1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1EE4-B3A3-46E6-BDA3-B52FD76C2D48}" type="datetime3">
              <a:rPr lang="en-US" noProof="0"/>
              <a:t>12 December 2025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C3F7-BD0A-4AD4-95D8-328DA6F5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EY GSA PPT Gallery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2C8-68BE-4650-89F1-3BECCFF9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F1BC30E3-FFE5-4B91-AA19-87A149EBB9EE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09599" y="1137920"/>
            <a:ext cx="8250503" cy="494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None/>
              <a:tabLst/>
              <a:defRPr lang="en-US" noProof="0" dirty="0"/>
            </a:lvl1pPr>
            <a:lvl2pPr marL="271327" marR="0" indent="-271327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 lang="en-US" noProof="0" dirty="0"/>
            </a:lvl2pPr>
            <a:lvl3pPr marL="510919" marR="0" indent="-233246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 lang="en-US" noProof="0" dirty="0"/>
            </a:lvl3pPr>
            <a:lvl4pPr marL="745752" marR="0" indent="-231659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 lang="en-US" noProof="0" dirty="0"/>
            </a:lvl4pPr>
            <a:lvl5pPr marL="944091" marR="0" indent="-201512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 lang="en-US" noProof="0" dirty="0"/>
            </a:lvl5pPr>
          </a:lstStyle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None/>
              <a:tabLst/>
              <a:defRPr/>
            </a:pPr>
            <a:r>
              <a:rPr kumimoji="0" lang="en-US" sz="19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Click to edit Master text styles</a:t>
            </a:r>
          </a:p>
          <a:p>
            <a:pPr marL="271327" marR="0" lvl="1" indent="-271327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9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Second level</a:t>
            </a:r>
          </a:p>
          <a:p>
            <a:pPr marL="510919" marR="0" lvl="2" indent="-233246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7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Third level</a:t>
            </a:r>
          </a:p>
          <a:p>
            <a:pPr marL="745752" marR="0" lvl="3" indent="-231659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5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Fourth level</a:t>
            </a:r>
          </a:p>
          <a:p>
            <a:pPr marL="944091" marR="0" lvl="4" indent="-201512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3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Text</a:t>
            </a: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FBB59D39-6114-41B0-8E75-E6A062D8042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907750"/>
            <a:ext cx="1079438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303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831A62-7AD4-4C22-A376-B72D448A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1" y="6471243"/>
            <a:ext cx="5712396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EY and SAP internal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324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FC0C-6F99-90AE-09EA-AA6408712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64FBA-D9FE-6C52-80A0-6F1FD79FE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713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right light in the dark&#10;&#10;Description automatically generated">
            <a:extLst>
              <a:ext uri="{FF2B5EF4-FFF2-40B4-BE49-F238E27FC236}">
                <a16:creationId xmlns:a16="http://schemas.microsoft.com/office/drawing/2014/main" id="{5C74CF6C-8D2B-3757-BB3E-072DF8B1A4F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1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C5F387F-0A77-424D-88D8-FFE5F0CA2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242B035D-485B-4E07-87B3-8BB9E1C139F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907750"/>
            <a:ext cx="1079438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C4F5A4-3957-515D-EEFF-5CE69603EFDC}"/>
              </a:ext>
            </a:extLst>
          </p:cNvPr>
          <p:cNvSpPr txBox="1"/>
          <p:nvPr userDrawn="1"/>
        </p:nvSpPr>
        <p:spPr>
          <a:xfrm>
            <a:off x="4787679" y="6471244"/>
            <a:ext cx="2626328" cy="167738"/>
          </a:xfrm>
          <a:prstGeom prst="rect">
            <a:avLst/>
          </a:prstGeom>
          <a:noFill/>
        </p:spPr>
        <p:txBody>
          <a:bodyPr wrap="square" lIns="0" tIns="36557" rIns="0" bIns="0" rtlCol="0">
            <a:spAutoFit/>
          </a:bodyPr>
          <a:lstStyle/>
          <a:p>
            <a:pPr marL="0" marR="0" lvl="0" indent="0" defTabSz="913943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 typeface="Arial" pitchFamily="34" charset="0"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Artificial Intelligence in GPS Playbook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650D2A-9A63-640A-92D7-1C3CD9F88FD3}"/>
              </a:ext>
            </a:extLst>
          </p:cNvPr>
          <p:cNvSpPr txBox="1"/>
          <p:nvPr userDrawn="1"/>
        </p:nvSpPr>
        <p:spPr>
          <a:xfrm>
            <a:off x="609600" y="6475091"/>
            <a:ext cx="637525" cy="160044"/>
          </a:xfrm>
          <a:prstGeom prst="rect">
            <a:avLst/>
          </a:prstGeom>
          <a:noFill/>
        </p:spPr>
        <p:txBody>
          <a:bodyPr wrap="square" lIns="0" tIns="36557" rIns="0" bIns="0" rtlCol="0">
            <a:spAutoFit/>
          </a:bodyPr>
          <a:lstStyle/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Page </a:t>
            </a:r>
            <a:fld id="{2CC0FBCF-6D6E-4B6C-AA06-1F047204D284}" type="slidenum"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FDF1946D-C7B3-5C4A-B237-D9407218CE0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0500" y="6276978"/>
            <a:ext cx="34597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33A0A62-1C2D-67A8-D88D-749450BC5D3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9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59D505A-278D-B6FB-2FCD-C7FF34A3FC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9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A3DB802-04B7-4242-FAA1-C92CBAC3FE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9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9396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9E0129-D3C8-A6D4-9232-252B6E060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172F38-B0D5-FE87-6214-A6C0E1FD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tx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5A0015-0244-01BA-67B6-11CDC3C588A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BF7FF94-AFC8-E5EA-9D2A-8C258D9AC91C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10" name="Freeform 296">
              <a:extLst>
                <a:ext uri="{FF2B5EF4-FFF2-40B4-BE49-F238E27FC236}">
                  <a16:creationId xmlns:a16="http://schemas.microsoft.com/office/drawing/2014/main" id="{EE8286E8-4219-94C1-D962-9A2AA2547C57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eeform 297">
              <a:extLst>
                <a:ext uri="{FF2B5EF4-FFF2-40B4-BE49-F238E27FC236}">
                  <a16:creationId xmlns:a16="http://schemas.microsoft.com/office/drawing/2014/main" id="{CFB61475-F592-52FA-E607-81FB42D70CBE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3A40F8A-FD28-2D68-98B4-B5A23D16D702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13" name="Freeform 310">
              <a:extLst>
                <a:ext uri="{FF2B5EF4-FFF2-40B4-BE49-F238E27FC236}">
                  <a16:creationId xmlns:a16="http://schemas.microsoft.com/office/drawing/2014/main" id="{CD32EF29-64F7-35F6-0DC0-A9483C78C337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 311">
              <a:extLst>
                <a:ext uri="{FF2B5EF4-FFF2-40B4-BE49-F238E27FC236}">
                  <a16:creationId xmlns:a16="http://schemas.microsoft.com/office/drawing/2014/main" id="{778274C7-81BC-6232-3D2B-7DD95574BC02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4611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783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10">
            <a:extLst>
              <a:ext uri="{FF2B5EF4-FFF2-40B4-BE49-F238E27FC236}">
                <a16:creationId xmlns:a16="http://schemas.microsoft.com/office/drawing/2014/main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29FC03-DC37-F276-0AF0-34BBC38F57D5}"/>
              </a:ext>
            </a:extLst>
          </p:cNvPr>
          <p:cNvSpPr/>
          <p:nvPr userDrawn="1"/>
        </p:nvSpPr>
        <p:spPr>
          <a:xfrm>
            <a:off x="2900481" y="6464255"/>
            <a:ext cx="4955508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0" i="0" noProof="0" dirty="0">
                <a:solidFill>
                  <a:schemeClr val="bg1"/>
                </a:solidFill>
                <a:latin typeface="+mj-lt"/>
              </a:rPr>
              <a:t>Formal </a:t>
            </a:r>
            <a:r>
              <a:rPr lang="en-US" sz="800" b="0" i="0" noProof="0" dirty="0">
                <a:solidFill>
                  <a:schemeClr val="bg1"/>
                </a:solidFill>
                <a:latin typeface="+mj-lt"/>
              </a:rPr>
              <a:t>collaboration</a:t>
            </a:r>
            <a:r>
              <a:rPr lang="es-MX" sz="800" b="0" i="0" noProof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800" b="0" i="0" noProof="0" dirty="0">
                <a:solidFill>
                  <a:schemeClr val="bg1"/>
                </a:solidFill>
                <a:latin typeface="+mj-lt"/>
              </a:rPr>
              <a:t>proposal</a:t>
            </a:r>
            <a:r>
              <a:rPr lang="es-MX" sz="800" b="0" i="0" noProof="0" dirty="0">
                <a:solidFill>
                  <a:schemeClr val="bg1"/>
                </a:solidFill>
                <a:latin typeface="+mj-lt"/>
              </a:rPr>
              <a:t> in response to the </a:t>
            </a:r>
            <a:r>
              <a:rPr lang="en-US" sz="800" b="0" i="0" noProof="0" dirty="0">
                <a:solidFill>
                  <a:schemeClr val="bg1"/>
                </a:solidFill>
                <a:latin typeface="+mj-lt"/>
              </a:rPr>
              <a:t>“AI for Unity” RFP by CONSUMER &amp; HEALTH COMPANY A</a:t>
            </a:r>
            <a:endParaRPr lang="es-MX" sz="800" b="0" i="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6398C2-D28C-B973-79CA-EA971ADF5052}"/>
              </a:ext>
            </a:extLst>
          </p:cNvPr>
          <p:cNvSpPr/>
          <p:nvPr userDrawn="1"/>
        </p:nvSpPr>
        <p:spPr>
          <a:xfrm>
            <a:off x="609601" y="6464255"/>
            <a:ext cx="398940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s-MX" sz="800" b="0" i="0" noProof="0" dirty="0">
                <a:solidFill>
                  <a:schemeClr val="bg1"/>
                </a:solidFill>
                <a:latin typeface="+mj-lt"/>
              </a:rPr>
              <a:t>Page </a:t>
            </a:r>
            <a:fld id="{F9CF40D7-B4FD-4066-80E4-4DB59637093D}" type="slidenum">
              <a:rPr lang="es-MX" sz="800" b="0" i="0" noProof="0">
                <a:solidFill>
                  <a:schemeClr val="bg1"/>
                </a:solidFill>
                <a:latin typeface="+mj-lt"/>
              </a:rPr>
              <a:t>‹#›</a:t>
            </a:fld>
            <a:endParaRPr lang="es-MX" sz="800" b="1" i="0" noProof="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B78A97-677C-3348-4ACB-6E2C4C1AFE99}"/>
              </a:ext>
            </a:extLst>
          </p:cNvPr>
          <p:cNvSpPr/>
          <p:nvPr userDrawn="1"/>
        </p:nvSpPr>
        <p:spPr>
          <a:xfrm>
            <a:off x="1465850" y="6464255"/>
            <a:ext cx="1060637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en-US" sz="800" b="1" i="0" noProof="0" dirty="0">
                <a:solidFill>
                  <a:schemeClr val="bg1"/>
                </a:solidFill>
                <a:latin typeface="+mj-lt"/>
              </a:rPr>
              <a:t>February</a:t>
            </a:r>
            <a:r>
              <a:rPr lang="es-MX" sz="800" b="1" i="0" noProof="0" dirty="0">
                <a:solidFill>
                  <a:schemeClr val="bg1"/>
                </a:solidFill>
                <a:latin typeface="+mj-lt"/>
              </a:rPr>
              <a:t> 11 th,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9A954-10ED-5C67-0D70-23D0E4100AB7}"/>
              </a:ext>
            </a:extLst>
          </p:cNvPr>
          <p:cNvSpPr txBox="1"/>
          <p:nvPr userDrawn="1"/>
        </p:nvSpPr>
        <p:spPr>
          <a:xfrm>
            <a:off x="9934693" y="372533"/>
            <a:ext cx="1963243" cy="272382"/>
          </a:xfrm>
          <a:prstGeom prst="rect">
            <a:avLst/>
          </a:prstGeom>
          <a:noFill/>
        </p:spPr>
        <p:txBody>
          <a:bodyPr wrap="square" lIns="0" tIns="36557" rIns="0" bIns="0" rtlCol="0">
            <a:spAutoFit/>
          </a:bodyPr>
          <a:lstStyle/>
          <a:p>
            <a:pPr marL="0" indent="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itchFamily="34" charset="0"/>
              <a:buNone/>
            </a:pPr>
            <a:r>
              <a:rPr lang="en-IN" sz="1799" dirty="0">
                <a:solidFill>
                  <a:schemeClr val="bg1"/>
                </a:solidFill>
              </a:rPr>
              <a:t>LOGO DELETED</a:t>
            </a:r>
          </a:p>
        </p:txBody>
      </p:sp>
    </p:spTree>
    <p:extLst>
      <p:ext uri="{BB962C8B-B14F-4D97-AF65-F5344CB8AC3E}">
        <p14:creationId xmlns:p14="http://schemas.microsoft.com/office/powerpoint/2010/main" val="2178306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FDC76-F946-4827-A773-FCD68068B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F873B-E40B-4AF7-8D2F-967775EB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5547014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heme" Target="../theme/theme5.xml"/><Relationship Id="rId16" Type="http://schemas.openxmlformats.org/officeDocument/2006/relationships/image" Target="../media/image5.emf"/><Relationship Id="rId1" Type="http://schemas.openxmlformats.org/officeDocument/2006/relationships/slideLayout" Target="../slideLayouts/slideLayout6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oleObject" Target="../embeddings/oleObject2.bin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4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1" y="6471243"/>
            <a:ext cx="5712396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E6E9BD-4D1D-441D-9756-D8DE5A655F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54148D0-1DDE-47EA-A5D5-1BA7B9F49F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6E11FF4-E1C0-4DB5-8E6D-CD76C692A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C315AF0-C16F-4F79-BA49-1AC88FD9EF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60520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4" r:id="rId2"/>
  </p:sldLayoutIdLst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5FBA522-D944-973B-DEEA-860675A8EC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FBA522-D944-973B-DEEA-860675A8EC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First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1"/>
            <a:r>
              <a:rPr lang="en-US"/>
              <a:t>Second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2"/>
            <a:r>
              <a:rPr lang="en-US"/>
              <a:t>Third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18pt</a:t>
            </a:r>
            <a:endParaRPr lang="en-US"/>
          </a:p>
          <a:p>
            <a:pPr lvl="3"/>
            <a:r>
              <a:rPr lang="en-US"/>
              <a:t>Fourth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4"/>
            <a:r>
              <a:rPr lang="en-US"/>
              <a:t>Fifth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5"/>
            <a:r>
              <a:rPr lang="en-US"/>
              <a:t>Sixth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6"/>
            <a:r>
              <a:rPr lang="en-US"/>
              <a:t>Seventh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7"/>
            <a:r>
              <a:rPr lang="en-US"/>
              <a:t>Eighth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  <a:p>
            <a:pPr lvl="8"/>
            <a:r>
              <a:rPr lang="en-US"/>
              <a:t>Nineth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24pt</a:t>
            </a:r>
            <a:r>
              <a:rPr lang="en-US"/>
              <a:t>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871E53D-EDC0-4486-915E-BB4E0FAB6099}" type="datetime1">
              <a:rPr lang="en-US"/>
              <a:t>12/12/2025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IN" dirty="0"/>
              <a:t>Key trends in P&amp;C insurance | EY Insights</a:t>
            </a:r>
            <a:endParaRPr lang="en-US" dirty="0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331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302">
          <p15:clr>
            <a:srgbClr val="F26B43"/>
          </p15:clr>
        </p15:guide>
        <p15:guide id="52" orient="horz" pos="527">
          <p15:clr>
            <a:srgbClr val="F26B43"/>
          </p15:clr>
        </p15:guide>
        <p15:guide id="53" pos="7378">
          <p15:clr>
            <a:srgbClr val="F26B43"/>
          </p15:clr>
        </p15:guide>
        <p15:guide id="54" orient="horz" pos="3838">
          <p15:clr>
            <a:srgbClr val="F26B43"/>
          </p15:clr>
        </p15:guide>
        <p15:guide id="55" orient="horz" pos="890">
          <p15:clr>
            <a:srgbClr val="F26B43"/>
          </p15:clr>
        </p15:guide>
        <p15:guide id="56" orient="horz" pos="21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070143FB-B49A-43B9-BDD0-6B34F1305A6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045952" y="6327649"/>
            <a:ext cx="536448" cy="412867"/>
            <a:chOff x="7110" y="4004"/>
            <a:chExt cx="191" cy="196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D9BF2560-A8D8-44C9-8115-BCB5085894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6D2A493-73F6-40BA-A4BE-DAEC44F3A2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C09A7C37-C954-457F-B80C-7BC99BEAE3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 dirty="0"/>
            </a:p>
          </p:txBody>
        </p:sp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1CDCB3BA-A513-4554-9E26-04ABDDC12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3068" y="6516456"/>
            <a:ext cx="1588344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fld id="{AC60616C-F738-4195-9CBC-57322DFDB528}" type="datetime3">
              <a:rPr lang="en-US"/>
              <a:t>12 December 2025</a:t>
            </a:fld>
            <a:endParaRPr lang="en-IN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658F79CF-3FBE-4C25-8F3A-14054DB24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8748" y="6516456"/>
            <a:ext cx="41148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 dirty="0"/>
              <a:t>Presentation 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896A04B-A040-4017-99D1-DD33A2934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124" y="6516456"/>
            <a:ext cx="884088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GB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 dirty="0"/>
              <a:t>Page </a:t>
            </a:r>
            <a:fld id="{F1BC30E3-FFE5-4B91-AA19-87A149EBB9EE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659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/>
  <p:txStyles>
    <p:titleStyle>
      <a:lvl1pPr algn="l" defTabSz="685434" rtl="0" eaLnBrk="1" latinLnBrk="0" hangingPunct="1">
        <a:lnSpc>
          <a:spcPct val="85000"/>
        </a:lnSpc>
        <a:spcBef>
          <a:spcPct val="0"/>
        </a:spcBef>
        <a:buNone/>
        <a:defRPr sz="17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267319" indent="-267319" algn="l" defTabSz="685434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4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534639" indent="-267319" algn="l" defTabSz="685434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4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801958" indent="-267319" algn="l" defTabSz="685434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069277" indent="-267319" algn="l" defTabSz="685434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04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336597" indent="-267319" algn="l" defTabSz="685434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9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1884944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6pPr>
      <a:lvl7pPr marL="2227661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7pPr>
      <a:lvl8pPr marL="2570378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8pPr>
      <a:lvl9pPr marL="2913096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717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434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151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0868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3586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303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9020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1737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7E89FB01-0304-4B7A-83F4-087FD710583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1" y="6356350"/>
            <a:ext cx="303055" cy="311150"/>
            <a:chOff x="7110" y="4004"/>
            <a:chExt cx="191" cy="19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4DE1CE93-8A80-4A24-92CA-71C05E4537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69AC85D-6BA0-4E5B-A206-FB7E85E0D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5A99D1FF-A731-4C56-AEC5-4C61FAC748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7B50D78-AE53-4280-839C-46A5F05D96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222" y="6364803"/>
            <a:ext cx="672850" cy="301839"/>
          </a:xfrm>
          <a:prstGeom prst="rect">
            <a:avLst/>
          </a:prstGeom>
        </p:spPr>
      </p:pic>
      <p:sp>
        <p:nvSpPr>
          <p:cNvPr id="18" name="TextBox 6">
            <a:extLst>
              <a:ext uri="{FF2B5EF4-FFF2-40B4-BE49-F238E27FC236}">
                <a16:creationId xmlns:a16="http://schemas.microsoft.com/office/drawing/2014/main" id="{0001245D-688E-4107-9FDF-78939CBEC4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9283" y="6423025"/>
            <a:ext cx="959938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098">
                <a:solidFill>
                  <a:schemeClr val="bg1"/>
                </a:solidFill>
                <a:latin typeface="EYInterstate" charset="0"/>
                <a:ea typeface="EYInterstate" charset="0"/>
                <a:cs typeface="EYInterstate" charset="0"/>
              </a:rPr>
              <a:t>Page </a:t>
            </a:r>
            <a:fld id="{46C63E6E-8BB7-AD45-AC5E-FF37000FE9D1}" type="slidenum">
              <a:rPr lang="en-GB" altLang="en-US" sz="1098">
                <a:solidFill>
                  <a:schemeClr val="bg1"/>
                </a:solidFill>
                <a:latin typeface="EYInterstate" charset="0"/>
                <a:ea typeface="EYInterstate" charset="0"/>
                <a:cs typeface="EYInterstate" charset="0"/>
              </a:rPr>
              <a:pPr eaLnBrk="1" hangingPunct="1"/>
              <a:t>‹#›</a:t>
            </a:fld>
            <a:endParaRPr lang="en-GB" altLang="en-US" sz="1098">
              <a:solidFill>
                <a:schemeClr val="bg1"/>
              </a:solidFill>
              <a:latin typeface="EYInterstate" charset="0"/>
              <a:ea typeface="EYInterstate" charset="0"/>
              <a:cs typeface="EYInterstate" charset="0"/>
            </a:endParaRP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B58A2945-9E88-4CE4-99F7-EE6A7C475224}"/>
              </a:ext>
            </a:extLst>
          </p:cNvPr>
          <p:cNvSpPr>
            <a:spLocks noGrp="1"/>
          </p:cNvSpPr>
          <p:nvPr userDrawn="1"/>
        </p:nvSpPr>
        <p:spPr>
          <a:xfrm>
            <a:off x="4096582" y="6562665"/>
            <a:ext cx="7134688" cy="206496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800">
                <a:solidFill>
                  <a:schemeClr val="bg1"/>
                </a:solidFill>
                <a:latin typeface="EYInterstate" charset="0"/>
                <a:ea typeface="EYInterstate" charset="0"/>
                <a:cs typeface="EYInterstate" charset="0"/>
              </a:rPr>
              <a:t>Copyright © 2021 EY Business Solutions Pty Ltd. All Rights Reserved. </a:t>
            </a:r>
            <a:r>
              <a:rPr lang="en-AU" sz="800">
                <a:solidFill>
                  <a:schemeClr val="bg1"/>
                </a:solidFill>
              </a:rPr>
              <a:t>Liability limited by a scheme approved under Professional Standards Legislation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800">
                <a:solidFill>
                  <a:schemeClr val="bg1"/>
                </a:solidFill>
                <a:latin typeface="EYInterstate" charset="0"/>
                <a:ea typeface="EYInterstate" charset="0"/>
                <a:cs typeface="EYInterstate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2820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46D5B61-59CF-4DE6-A3DF-BCF7491BFC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52" imgH="318" progId="TCLayout.ActiveDocument.1">
                  <p:embed/>
                </p:oleObj>
              </mc:Choice>
              <mc:Fallback>
                <p:oleObj name="think-cell Slide" r:id="rId15" imgW="352" imgH="31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46D5B61-59CF-4DE6-A3DF-BCF7491BF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BBF9CEB6-BDCF-473A-AF03-3A3A892B98BD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D2D2DA"/>
          </a:solidFill>
          <a:ln w="12700" cap="sq" cmpd="sng" algn="ctr">
            <a:noFill/>
            <a:prstDash val="solid"/>
            <a:miter lim="800000"/>
            <a:tailEnd type="none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399" b="0" i="0" u="none" strike="noStrike" kern="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j-ea"/>
              <a:cs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8" name="Textplatzhalter 27"/>
          <p:cNvSpPr>
            <a:spLocks noGrp="1"/>
          </p:cNvSpPr>
          <p:nvPr>
            <p:ph type="body" idx="1"/>
          </p:nvPr>
        </p:nvSpPr>
        <p:spPr>
          <a:xfrm>
            <a:off x="608083" y="1137600"/>
            <a:ext cx="10974284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indent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marL="510919" lvl="2" indent="-233246"/>
            <a:r>
              <a:rPr lang="en-US" noProof="0"/>
              <a:t>Third level</a:t>
            </a:r>
          </a:p>
          <a:p>
            <a:pPr marL="745752" lvl="3" indent="-231659"/>
            <a:r>
              <a:rPr lang="en-US" noProof="0"/>
              <a:t>Fourth level</a:t>
            </a:r>
          </a:p>
          <a:p>
            <a:pPr marL="944091" lvl="4" indent="-201512">
              <a:buClr>
                <a:srgbClr val="FFE600"/>
              </a:buClr>
            </a:pPr>
            <a:r>
              <a:rPr lang="en-US" noProof="0"/>
              <a:t>Text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invGray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1799" noProof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invGray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1799" noProof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invGray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1799" noProof="0"/>
            </a:p>
          </p:txBody>
        </p:sp>
      </p:grp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28184" y="6471244"/>
            <a:ext cx="1190638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lnSpc>
                <a:spcPct val="100000"/>
              </a:lnSpc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fld id="{E3C4E94D-52F6-4854-A645-8EE8ED6BD207}" type="datetime3">
              <a:rPr lang="en-US" noProof="0"/>
              <a:t>12 December 2025</a:t>
            </a:fld>
            <a:endParaRPr lang="en-US" noProof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37502" y="6471244"/>
            <a:ext cx="3084493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lnSpc>
                <a:spcPct val="100000"/>
              </a:lnSpc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 noProof="0"/>
              <a:t>EY GSA PPT Gallery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900" y="6471244"/>
            <a:ext cx="662721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lnSpc>
                <a:spcPct val="100000"/>
              </a:lnSpc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 noProof="0"/>
              <a:t>Page </a:t>
            </a:r>
            <a:fld id="{F1BC30E3-FFE5-4B91-AA19-87A149EBB9EE}" type="slidenum">
              <a:rPr lang="en-US" noProof="0"/>
              <a:pPr/>
              <a:t>‹#›</a:t>
            </a:fld>
            <a:endParaRPr lang="en-US" noProof="0"/>
          </a:p>
        </p:txBody>
      </p:sp>
      <p:grpSp>
        <p:nvGrpSpPr>
          <p:cNvPr id="13" name="Harvey 8" hidden="1">
            <a:extLst>
              <a:ext uri="{FF2B5EF4-FFF2-40B4-BE49-F238E27FC236}">
                <a16:creationId xmlns:a16="http://schemas.microsoft.com/office/drawing/2014/main" id="{D3F4D0FA-A81B-4B10-9021-8A65104D4F33}"/>
              </a:ext>
            </a:extLst>
          </p:cNvPr>
          <p:cNvGrpSpPr>
            <a:grpSpLocks/>
          </p:cNvGrpSpPr>
          <p:nvPr userDrawn="1">
            <p:custDataLst>
              <p:tags r:id="rId5"/>
            </p:custDataLst>
          </p:nvPr>
        </p:nvGrpSpPr>
        <p:grpSpPr>
          <a:xfrm>
            <a:off x="12318934" y="0"/>
            <a:ext cx="292456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15" name="Harvey 0/8 [0]" hidden="1">
              <a:extLst>
                <a:ext uri="{FF2B5EF4-FFF2-40B4-BE49-F238E27FC236}">
                  <a16:creationId xmlns:a16="http://schemas.microsoft.com/office/drawing/2014/main" id="{911B7AE0-6D9E-4951-8C02-4EBC2285390C}"/>
                </a:ext>
              </a:extLst>
            </p:cNvPr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16" name="Harvey 1/8 [1]" hidden="1">
              <a:extLst>
                <a:ext uri="{FF2B5EF4-FFF2-40B4-BE49-F238E27FC236}">
                  <a16:creationId xmlns:a16="http://schemas.microsoft.com/office/drawing/2014/main" id="{BD484FA2-A4C6-409E-8073-01940BE23E65}"/>
                </a:ext>
              </a:extLst>
            </p:cNvPr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17" name="Harvey 2/8 [2]" hidden="1">
              <a:extLst>
                <a:ext uri="{FF2B5EF4-FFF2-40B4-BE49-F238E27FC236}">
                  <a16:creationId xmlns:a16="http://schemas.microsoft.com/office/drawing/2014/main" id="{8504C18C-DAC9-4333-AB1C-4E0C850CF777}"/>
                </a:ext>
              </a:extLst>
            </p:cNvPr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18" name="Harvey 3/8 [3]" hidden="1">
              <a:extLst>
                <a:ext uri="{FF2B5EF4-FFF2-40B4-BE49-F238E27FC236}">
                  <a16:creationId xmlns:a16="http://schemas.microsoft.com/office/drawing/2014/main" id="{BAEB09BB-552E-4890-B99B-9246574F66D0}"/>
                </a:ext>
              </a:extLst>
            </p:cNvPr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2" name="Harvey 4/8 [4]" hidden="1">
              <a:extLst>
                <a:ext uri="{FF2B5EF4-FFF2-40B4-BE49-F238E27FC236}">
                  <a16:creationId xmlns:a16="http://schemas.microsoft.com/office/drawing/2014/main" id="{C08003B0-E416-44B2-8399-11F93D366890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3" name="Harvey 5/8 [5]" hidden="1">
              <a:extLst>
                <a:ext uri="{FF2B5EF4-FFF2-40B4-BE49-F238E27FC236}">
                  <a16:creationId xmlns:a16="http://schemas.microsoft.com/office/drawing/2014/main" id="{AD4A1008-3865-4155-9924-7E0548EC350C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4" name="Harvey 6/8 [6]" hidden="1">
              <a:extLst>
                <a:ext uri="{FF2B5EF4-FFF2-40B4-BE49-F238E27FC236}">
                  <a16:creationId xmlns:a16="http://schemas.microsoft.com/office/drawing/2014/main" id="{83C9211C-945F-4AC1-9413-1EC55879FA2B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5" name="Harvey 7/8 [7]" hidden="1">
              <a:extLst>
                <a:ext uri="{FF2B5EF4-FFF2-40B4-BE49-F238E27FC236}">
                  <a16:creationId xmlns:a16="http://schemas.microsoft.com/office/drawing/2014/main" id="{BE9B4F0A-AF42-4C57-A9DC-C1E75F25959A}"/>
                </a:ext>
              </a:extLst>
            </p:cNvPr>
            <p:cNvSpPr>
              <a:spLocks noChangeAspect="1"/>
            </p:cNvSpPr>
            <p:nvPr>
              <p:custDataLst>
                <p:tags r:id="rId1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26" name="Harvey 8/8 [8]" hidden="1">
              <a:extLst>
                <a:ext uri="{FF2B5EF4-FFF2-40B4-BE49-F238E27FC236}">
                  <a16:creationId xmlns:a16="http://schemas.microsoft.com/office/drawing/2014/main" id="{B01DBED3-6466-4665-82C1-FC700CE328E9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435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271463" marR="0" indent="-27146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E600"/>
        </a:buClr>
        <a:buSzPct val="70000"/>
        <a:buFont typeface="Arial" pitchFamily="34" charset="0"/>
        <a:buNone/>
        <a:tabLst/>
        <a:defRPr kumimoji="0" lang="de-DE" sz="20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EYInterstate Light" panose="02000506000000020004" pitchFamily="2" charset="0"/>
          <a:ea typeface="+mn-ea"/>
          <a:cs typeface="+mn-cs"/>
        </a:defRPr>
      </a:lvl1pPr>
      <a:lvl2pPr marL="271463" marR="0" indent="-27146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E600"/>
        </a:buClr>
        <a:buSzPct val="70000"/>
        <a:buFont typeface="Arial" pitchFamily="34" charset="0"/>
        <a:buChar char="►"/>
        <a:tabLst/>
        <a:defRPr kumimoji="0" lang="de-DE" sz="20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EYInterstate Light" panose="02000506000000020004" pitchFamily="2" charset="0"/>
          <a:ea typeface="+mn-ea"/>
          <a:cs typeface="+mn-cs"/>
        </a:defRPr>
      </a:lvl2pPr>
      <a:lvl3pPr marL="563562" marR="0" indent="-28575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E600"/>
        </a:buClr>
        <a:buSzPct val="70000"/>
        <a:buFont typeface="Arial" pitchFamily="34" charset="0"/>
        <a:buChar char="►"/>
        <a:tabLst/>
        <a:defRPr kumimoji="0" lang="de-DE" sz="18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EYInterstate Light" panose="02000506000000020004" pitchFamily="2" charset="0"/>
          <a:ea typeface="+mn-ea"/>
          <a:cs typeface="+mn-cs"/>
        </a:defRPr>
      </a:lvl3pPr>
      <a:lvl4pPr marL="800100" marR="0" indent="-28575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E600"/>
        </a:buClr>
        <a:buSzPct val="70000"/>
        <a:buFont typeface="Arial" pitchFamily="34" charset="0"/>
        <a:buChar char="►"/>
        <a:tabLst/>
        <a:defRPr kumimoji="0" lang="de-DE" sz="16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EYInterstate Light" panose="02000506000000020004" pitchFamily="2" charset="0"/>
          <a:ea typeface="+mn-ea"/>
          <a:cs typeface="+mn-cs"/>
        </a:defRPr>
      </a:lvl4pPr>
      <a:lvl5pPr marL="944563" indent="-2016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E600"/>
        </a:buClr>
        <a:buSzPct val="70000"/>
        <a:buFont typeface="Arial" pitchFamily="34" charset="0"/>
        <a:buChar char="►"/>
        <a:tabLst/>
        <a:defRPr kumimoji="0" lang="de-DE" sz="14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84" userDrawn="1">
          <p15:clr>
            <a:srgbClr val="F26B43"/>
          </p15:clr>
        </p15:guide>
        <p15:guide id="4" pos="7297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709" userDrawn="1">
          <p15:clr>
            <a:srgbClr val="F26B43"/>
          </p15:clr>
        </p15:guide>
        <p15:guide id="7" orient="horz" pos="3838" userDrawn="1">
          <p15:clr>
            <a:srgbClr val="F26B43"/>
          </p15:clr>
        </p15:guide>
        <p15:guide id="8" orient="horz" pos="4156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1" y="6471243"/>
            <a:ext cx="5712396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/>
              <a:t>Presentation title</a:t>
            </a:r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44D42C-CE8B-4A7F-BB00-DE40579C6AE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5648A23-B702-488D-8E7D-C35B2E69B4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3FF5F26-0C23-4C44-8EB1-A6B8A1C7B7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F2E5013-B8C1-491E-8005-8638ED34AD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855728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F9B77F9-B44F-A807-CA0D-A5B5DFC8B5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F9B77F9-B44F-A807-CA0D-A5B5DFC8B5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3CDF1934-D2B2-4AA9-8EA1-1E51865790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D35872E-4184-4A23-95E6-82765736F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F1107F2-2963-451C-9226-045532588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0DA7FBA8-90E2-4391-A0BA-B3AB343753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283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 dirty="0"/>
              <a:t>Page </a:t>
            </a:r>
            <a:fld id="{D5B76411-544C-4F9A-8EDE-9EEB2BD21F95}" type="slidenum">
              <a:rPr lang="en-IN" sz="800"/>
              <a:t>‹#›</a:t>
            </a:fld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345272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8" userDrawn="1">
          <p15:clr>
            <a:srgbClr val="F26B43"/>
          </p15:clr>
        </p15:guide>
        <p15:guide id="5" orient="horz" pos="712" userDrawn="1">
          <p15:clr>
            <a:srgbClr val="F26B43"/>
          </p15:clr>
        </p15:guide>
        <p15:guide id="6" orient="horz" pos="3840" userDrawn="1">
          <p15:clr>
            <a:srgbClr val="F26B43"/>
          </p15:clr>
        </p15:guide>
        <p15:guide id="7" orient="horz" pos="4199" userDrawn="1">
          <p15:clr>
            <a:srgbClr val="F26B43"/>
          </p15:clr>
        </p15:guide>
        <p15:guide id="8" orient="horz" pos="173" userDrawn="1">
          <p15:clr>
            <a:srgbClr val="F26B43"/>
          </p15:clr>
        </p15:guide>
        <p15:guide id="9" orient="horz" pos="3995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28184" y="6471244"/>
            <a:ext cx="1190638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37502" y="6471244"/>
            <a:ext cx="3084493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/>
              <a:t>Artificial Intelligence in Government Playbook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900" y="6471244"/>
            <a:ext cx="662721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GB"/>
              <a:t>Page </a:t>
            </a:r>
            <a:fld id="{F1BC30E3-FFE5-4B91-AA19-87A149EBB9E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71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726" r:id="rId2"/>
    <p:sldLayoutId id="2147483727" r:id="rId3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0" y="6382984"/>
            <a:ext cx="303055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28184" y="6471244"/>
            <a:ext cx="1190638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</a:lstStyle>
          <a:p>
            <a:fld id="{CD05BAC6-7084-4B5E-A926-4CA635F89C64}" type="datetime3">
              <a:rPr lang="en-US"/>
              <a:t>12 December 2025</a:t>
            </a:fld>
            <a:endParaRPr lang="en-IN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900" y="6471244"/>
            <a:ext cx="662721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GB" dirty="0"/>
              <a:t>Página </a:t>
            </a:r>
            <a:fld id="{F1BC30E3-FFE5-4B91-AA19-87A149EBB9EE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652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E5B5683-13BE-44DD-8090-7412A0807B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E5B5683-13BE-44DD-8090-7412A0807B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1250" y="6356350"/>
            <a:ext cx="303055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37502" y="6471244"/>
            <a:ext cx="3084493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900" y="6471244"/>
            <a:ext cx="662721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GB"/>
              <a:t>Page </a:t>
            </a:r>
            <a:fld id="{F1BC30E3-FFE5-4B91-AA19-87A149EBB9E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71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2593941-E3CB-4A1D-1350-C03A24A82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874" y="2698752"/>
            <a:ext cx="6023101" cy="2540760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AI-Driven Observability </a:t>
            </a:r>
            <a:br>
              <a:rPr lang="en-IN" sz="4400" dirty="0">
                <a:solidFill>
                  <a:schemeClr val="bg1"/>
                </a:solidFill>
              </a:rPr>
            </a:br>
            <a:br>
              <a:rPr lang="en-IN" dirty="0"/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B9184D-15A5-ACEB-9967-A567C876E4A2}"/>
              </a:ext>
            </a:extLst>
          </p:cNvPr>
          <p:cNvSpPr txBox="1"/>
          <p:nvPr/>
        </p:nvSpPr>
        <p:spPr>
          <a:xfrm>
            <a:off x="642874" y="3519778"/>
            <a:ext cx="3319272" cy="898708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342900" indent="-342900">
              <a:lnSpc>
                <a:spcPct val="85000"/>
              </a:lnSpc>
              <a:spcAft>
                <a:spcPts val="600"/>
              </a:spcAft>
              <a:buClr>
                <a:schemeClr val="bg1"/>
              </a:buClr>
              <a:buSzPct val="7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Automated anomaly </a:t>
            </a:r>
          </a:p>
          <a:p>
            <a:pPr marL="342900" indent="-342900">
              <a:lnSpc>
                <a:spcPct val="85000"/>
              </a:lnSpc>
              <a:spcAft>
                <a:spcPts val="600"/>
              </a:spcAft>
              <a:buClr>
                <a:schemeClr val="bg1"/>
              </a:buClr>
              <a:buSzPct val="7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Root cause analysis </a:t>
            </a:r>
            <a:br>
              <a:rPr lang="en-IN" sz="2000" dirty="0">
                <a:solidFill>
                  <a:schemeClr val="bg1"/>
                </a:solidFill>
              </a:rPr>
            </a:b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87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B44E-9F89-7BB4-D26D-7F0D183B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EE35B29-6949-8665-B0E1-6A3A7B398680}"/>
              </a:ext>
            </a:extLst>
          </p:cNvPr>
          <p:cNvSpPr txBox="1"/>
          <p:nvPr/>
        </p:nvSpPr>
        <p:spPr>
          <a:xfrm>
            <a:off x="434369" y="424937"/>
            <a:ext cx="79281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Problem Statement: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44F69-1A65-C390-A307-E0BB50E81777}"/>
              </a:ext>
            </a:extLst>
          </p:cNvPr>
          <p:cNvSpPr txBox="1"/>
          <p:nvPr/>
        </p:nvSpPr>
        <p:spPr>
          <a:xfrm>
            <a:off x="285750" y="1287286"/>
            <a:ext cx="481660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000" b="1" i="0" dirty="0">
                <a:solidFill>
                  <a:srgbClr val="C00000"/>
                </a:solidFill>
                <a:effectLst/>
                <a:latin typeface="+mj-lt"/>
              </a:rPr>
              <a:t>Why Traditional Monitoring Falls Short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?</a:t>
            </a:r>
          </a:p>
          <a:p>
            <a:pPr algn="l">
              <a:buNone/>
            </a:pPr>
            <a:endParaRPr lang="en-IN" sz="2000" b="1" i="0" dirty="0">
              <a:solidFill>
                <a:srgbClr val="C00000"/>
              </a:solidFill>
              <a:effectLst/>
              <a:latin typeface="+mj-lt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+mj-lt"/>
              </a:rPr>
              <a:t>Static threshold-based alerts (e.g., "Alert if GPU &gt; 90%")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+mj-lt"/>
              </a:rPr>
              <a:t>40% false positive rate → Alert Fatigue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+mj-lt"/>
              </a:rPr>
              <a:t>Manual correlation of logs to find root cause (2-4 hours per incident)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+mj-lt"/>
              </a:rPr>
              <a:t>No prediction; only detection </a:t>
            </a:r>
            <a:r>
              <a:rPr lang="en-IN" sz="2000" b="0" i="1" dirty="0">
                <a:solidFill>
                  <a:schemeClr val="bg1"/>
                </a:solidFill>
                <a:effectLst/>
                <a:latin typeface="+mj-lt"/>
              </a:rPr>
              <a:t>after</a:t>
            </a:r>
            <a:r>
              <a:rPr lang="en-IN" sz="2000" b="0" i="0" dirty="0">
                <a:solidFill>
                  <a:schemeClr val="bg1"/>
                </a:solidFill>
                <a:effectLst/>
                <a:latin typeface="+mj-lt"/>
              </a:rPr>
              <a:t> failure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+mj-lt"/>
              </a:rPr>
              <a:t>Engineers woken at 3 AM for "minor" threshold breaches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0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582987-FD13-0DEA-5E59-15FD9BC9F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133362"/>
              </p:ext>
            </p:extLst>
          </p:nvPr>
        </p:nvGraphicFramePr>
        <p:xfrm>
          <a:off x="5355336" y="2110750"/>
          <a:ext cx="6550914" cy="244650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75457">
                  <a:extLst>
                    <a:ext uri="{9D8B030D-6E8A-4147-A177-3AD203B41FA5}">
                      <a16:colId xmlns:a16="http://schemas.microsoft.com/office/drawing/2014/main" val="1475713466"/>
                    </a:ext>
                  </a:extLst>
                </a:gridCol>
                <a:gridCol w="3275457">
                  <a:extLst>
                    <a:ext uri="{9D8B030D-6E8A-4147-A177-3AD203B41FA5}">
                      <a16:colId xmlns:a16="http://schemas.microsoft.com/office/drawing/2014/main" val="669165913"/>
                    </a:ext>
                  </a:extLst>
                </a:gridCol>
              </a:tblGrid>
              <a:tr h="651758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2400" b="0" dirty="0">
                          <a:solidFill>
                            <a:schemeClr val="tx2"/>
                          </a:solidFill>
                          <a:effectLst/>
                        </a:rPr>
                        <a:t>Metric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2400" b="0" dirty="0">
                          <a:solidFill>
                            <a:schemeClr val="tx2"/>
                          </a:solidFill>
                          <a:effectLst/>
                        </a:rPr>
                        <a:t>Impact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9754148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 dirty="0">
                          <a:effectLst/>
                        </a:rPr>
                        <a:t>Unplanned Downtime</a:t>
                      </a:r>
                      <a:endParaRPr lang="en-IN" dirty="0">
                        <a:effectLst/>
                      </a:endParaRPr>
                    </a:p>
                  </a:txBody>
                  <a:tcPr marL="50800" marR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$10K - $50K per hour</a:t>
                      </a:r>
                    </a:p>
                  </a:txBody>
                  <a:tcPr marL="50800" marR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775028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 dirty="0">
                          <a:effectLst/>
                        </a:rPr>
                        <a:t>Engineer Toil</a:t>
                      </a:r>
                      <a:endParaRPr lang="en-IN" dirty="0">
                        <a:effectLst/>
                      </a:endParaRPr>
                    </a:p>
                  </a:txBody>
                  <a:tcPr marL="50800" marR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40% of operations time on incident triage</a:t>
                      </a:r>
                    </a:p>
                  </a:txBody>
                  <a:tcPr marL="50800" marR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557446"/>
                  </a:ext>
                </a:extLst>
              </a:tr>
              <a:tr h="57859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 dirty="0">
                          <a:effectLst/>
                        </a:rPr>
                        <a:t>SLA Breaches</a:t>
                      </a:r>
                      <a:endParaRPr lang="en-IN" dirty="0">
                        <a:effectLst/>
                      </a:endParaRPr>
                    </a:p>
                  </a:txBody>
                  <a:tcPr marL="50800" marR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dirty="0">
                          <a:effectLst/>
                        </a:rPr>
                        <a:t>2-3 per quarter</a:t>
                      </a:r>
                    </a:p>
                  </a:txBody>
                  <a:tcPr marL="50800" marR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0475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906130-9DCD-587B-0F62-F364D943210E}"/>
              </a:ext>
            </a:extLst>
          </p:cNvPr>
          <p:cNvSpPr txBox="1"/>
          <p:nvPr/>
        </p:nvSpPr>
        <p:spPr>
          <a:xfrm>
            <a:off x="5355336" y="1351294"/>
            <a:ext cx="5605272" cy="689420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IN" sz="2000" b="1" dirty="0">
                <a:solidFill>
                  <a:srgbClr val="C00000"/>
                </a:solidFill>
              </a:rPr>
              <a:t>Business Impact:</a:t>
            </a:r>
          </a:p>
          <a:p>
            <a:pPr marL="356616" indent="-356616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itchFamily="34" charset="0"/>
              <a:buChar char="►"/>
            </a:pPr>
            <a:endParaRPr lang="en-IN" sz="2400" b="1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433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EAA5-95D9-DDD5-B5A6-7307969B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2EF260-865A-1433-A59B-62FE889FB06A}"/>
              </a:ext>
            </a:extLst>
          </p:cNvPr>
          <p:cNvSpPr txBox="1"/>
          <p:nvPr/>
        </p:nvSpPr>
        <p:spPr>
          <a:xfrm>
            <a:off x="612648" y="201168"/>
            <a:ext cx="6199632" cy="951030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IN" sz="3200" dirty="0">
                <a:solidFill>
                  <a:schemeClr val="tx2"/>
                </a:solidFill>
              </a:rPr>
              <a:t>Technical Implementation</a:t>
            </a:r>
          </a:p>
          <a:p>
            <a:pPr marL="356616" indent="-356616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itchFamily="34" charset="0"/>
              <a:buChar char="►"/>
            </a:pPr>
            <a:endParaRPr lang="en-IN" sz="3200" dirty="0" err="1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9997D5-FE2F-3654-60A2-C48A12011769}"/>
              </a:ext>
            </a:extLst>
          </p:cNvPr>
          <p:cNvSpPr txBox="1"/>
          <p:nvPr/>
        </p:nvSpPr>
        <p:spPr>
          <a:xfrm>
            <a:off x="612648" y="1206383"/>
            <a:ext cx="10524744" cy="2868478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 </a:t>
            </a:r>
            <a:r>
              <a:rPr lang="en-IN" sz="2400" b="1" dirty="0">
                <a:solidFill>
                  <a:schemeClr val="accent5"/>
                </a:solidFill>
              </a:rPr>
              <a:t>Anomaly Detection (The "What"):</a:t>
            </a:r>
          </a:p>
          <a:p>
            <a:endParaRPr lang="en-IN" sz="2000" b="1" dirty="0">
              <a:solidFill>
                <a:schemeClr val="accent5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Algorithm: Isolation Forest (</a:t>
            </a:r>
            <a:r>
              <a:rPr lang="en-IN" sz="2000" dirty="0" err="1">
                <a:solidFill>
                  <a:schemeClr val="bg1"/>
                </a:solidFill>
              </a:rPr>
              <a:t>sklearn.ensemble.IsolationForest</a:t>
            </a:r>
            <a:r>
              <a:rPr lang="en-IN" sz="2000" dirty="0">
                <a:solidFill>
                  <a:schemeClr val="bg1"/>
                </a:solidFill>
              </a:rPr>
              <a:t>).</a:t>
            </a:r>
          </a:p>
          <a:p>
            <a:r>
              <a:rPr lang="en-IN" sz="2000" dirty="0">
                <a:solidFill>
                  <a:schemeClr val="bg1"/>
                </a:solidFill>
              </a:rPr>
              <a:t>Why this model?: It is an unsupervised algorithm efficient at detecting outliers in high-dimensional datasets. It does not require </a:t>
            </a:r>
            <a:r>
              <a:rPr lang="en-IN" sz="2000" dirty="0" err="1">
                <a:solidFill>
                  <a:schemeClr val="bg1"/>
                </a:solidFill>
              </a:rPr>
              <a:t>labeled</a:t>
            </a:r>
            <a:r>
              <a:rPr lang="en-IN" sz="2000" dirty="0">
                <a:solidFill>
                  <a:schemeClr val="bg1"/>
                </a:solidFill>
              </a:rPr>
              <a:t> "failure" data to work; it simply learns that "rare events" are anomalies.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Training: The model is trained on a baseline of "healthy" infrastructure metrics (e.g., GPU load 40-60%, Temp 55-65°C).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5F531-F683-DBD7-F987-0DA7A82BCEB5}"/>
              </a:ext>
            </a:extLst>
          </p:cNvPr>
          <p:cNvSpPr txBox="1"/>
          <p:nvPr/>
        </p:nvSpPr>
        <p:spPr>
          <a:xfrm>
            <a:off x="612648" y="4318183"/>
            <a:ext cx="1102537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B050"/>
                </a:solidFill>
              </a:rPr>
              <a:t>Simple Architecture Flow:</a:t>
            </a:r>
          </a:p>
          <a:p>
            <a:endParaRPr lang="en-IN" sz="2400" b="1" dirty="0">
              <a:solidFill>
                <a:srgbClr val="00B050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      GPU Hardware  →  AI Engine →  Prometheus    →  Grafana Dashboard </a:t>
            </a:r>
          </a:p>
          <a:p>
            <a:r>
              <a:rPr lang="en-IN" dirty="0">
                <a:solidFill>
                  <a:schemeClr val="bg1"/>
                </a:solidFill>
              </a:rPr>
              <a:t>  </a:t>
            </a:r>
          </a:p>
          <a:p>
            <a:r>
              <a:rPr lang="en-IN" dirty="0">
                <a:solidFill>
                  <a:schemeClr val="bg1"/>
                </a:solidFill>
              </a:rPr>
              <a:t>         (Metrics)              (Intelligence)       (Storage)             (Human Insight)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B9E9F6-76A2-43AD-D7F7-223FD1BFE3E4}"/>
              </a:ext>
            </a:extLst>
          </p:cNvPr>
          <p:cNvSpPr/>
          <p:nvPr/>
        </p:nvSpPr>
        <p:spPr>
          <a:xfrm>
            <a:off x="1056132" y="5001143"/>
            <a:ext cx="1655064" cy="521208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6F151E-7B81-F672-C01A-D6710D0705EB}"/>
              </a:ext>
            </a:extLst>
          </p:cNvPr>
          <p:cNvSpPr/>
          <p:nvPr/>
        </p:nvSpPr>
        <p:spPr>
          <a:xfrm>
            <a:off x="3026664" y="5001143"/>
            <a:ext cx="1060704" cy="521208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CD888B-34A9-7573-D795-4417C5C3939E}"/>
              </a:ext>
            </a:extLst>
          </p:cNvPr>
          <p:cNvSpPr/>
          <p:nvPr/>
        </p:nvSpPr>
        <p:spPr>
          <a:xfrm>
            <a:off x="4402836" y="5019431"/>
            <a:ext cx="1472184" cy="521208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668787-62E1-E059-E837-D05628E87A9E}"/>
              </a:ext>
            </a:extLst>
          </p:cNvPr>
          <p:cNvSpPr/>
          <p:nvPr/>
        </p:nvSpPr>
        <p:spPr>
          <a:xfrm>
            <a:off x="6201918" y="5019431"/>
            <a:ext cx="2148840" cy="521208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4E05AD-1A04-9B4E-4E5B-81599B55C2D9}"/>
              </a:ext>
            </a:extLst>
          </p:cNvPr>
          <p:cNvSpPr/>
          <p:nvPr/>
        </p:nvSpPr>
        <p:spPr>
          <a:xfrm>
            <a:off x="612648" y="4809119"/>
            <a:ext cx="8065008" cy="1171057"/>
          </a:xfrm>
          <a:prstGeom prst="roundRect">
            <a:avLst/>
          </a:prstGeom>
          <a:noFill/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21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DD30D-A119-43C1-C3F8-F17B4ACF1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559EFD-79E1-1336-5A65-EF8398BEC877}"/>
              </a:ext>
            </a:extLst>
          </p:cNvPr>
          <p:cNvSpPr txBox="1"/>
          <p:nvPr/>
        </p:nvSpPr>
        <p:spPr>
          <a:xfrm>
            <a:off x="422910" y="403211"/>
            <a:ext cx="609447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 </a:t>
            </a:r>
            <a:r>
              <a:rPr lang="en-IN" sz="2400" b="1" dirty="0">
                <a:solidFill>
                  <a:srgbClr val="FF0000"/>
                </a:solidFill>
              </a:rPr>
              <a:t>Root Cause Analysis (The "Why"):</a:t>
            </a:r>
          </a:p>
          <a:p>
            <a:endParaRPr lang="en-IN" sz="2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Method: Hybrid Logic (ML Detection + Heuristic Classification).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Logic: Once the ML model flags an anomaly, the system inspects the feature vector: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If Temp &gt; 80°C → Thermal Throttling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If GPU &gt; 90% → Compute Saturation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Else → Unknown Deviation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Benefit: This provides human-readable context to mathematical anomalies.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6616B9-5EC4-FBEB-6D13-6B15CC1C6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29677"/>
            <a:ext cx="5603490" cy="345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0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6C1B70-AF91-1C6C-0813-05A5663A7511}"/>
              </a:ext>
            </a:extLst>
          </p:cNvPr>
          <p:cNvSpPr txBox="1"/>
          <p:nvPr/>
        </p:nvSpPr>
        <p:spPr>
          <a:xfrm>
            <a:off x="393192" y="219456"/>
            <a:ext cx="7086600" cy="951030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IN" sz="3200" dirty="0">
                <a:solidFill>
                  <a:schemeClr val="tx2"/>
                </a:solidFill>
              </a:rPr>
              <a:t>Architecture Overview</a:t>
            </a:r>
          </a:p>
          <a:p>
            <a:pPr marL="356616" indent="-356616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itchFamily="34" charset="0"/>
              <a:buChar char="►"/>
            </a:pPr>
            <a:endParaRPr lang="en-IN" sz="3200" dirty="0" err="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4B3BA3-A9C7-C621-FB7C-4C1CAAD14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357" y="62687"/>
            <a:ext cx="4422961" cy="66385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39B695-AC7C-D9B9-B9E0-C88815469155}"/>
              </a:ext>
            </a:extLst>
          </p:cNvPr>
          <p:cNvSpPr txBox="1"/>
          <p:nvPr/>
        </p:nvSpPr>
        <p:spPr>
          <a:xfrm>
            <a:off x="256033" y="1170486"/>
            <a:ext cx="5355114" cy="5530745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Workload Source: The mock-traffic service (or real GPU jobs) sends telemetry vectors (GPU Utilization, Memory, Temperature) to the AI Engine API.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AI Analysis Layer: The ai-service processes the data in real-time using a pre-trained Isolation Forest model to determine if the state is anomalous. If anomalous, a logic layer assigns a Root Cause (e.g., "Thermal Throttling").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Metrics Exposure: Results are exposed as standard Prometheus metrics (e.g., </a:t>
            </a:r>
            <a:r>
              <a:rPr lang="en-IN" sz="2000" dirty="0" err="1">
                <a:solidFill>
                  <a:schemeClr val="bg1"/>
                </a:solidFill>
              </a:rPr>
              <a:t>ai_anomalies_detected_total</a:t>
            </a:r>
            <a:r>
              <a:rPr lang="en-IN" sz="2000" dirty="0">
                <a:solidFill>
                  <a:schemeClr val="bg1"/>
                </a:solidFill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Visualization: Prometheus scrapes these metrics, and Grafana visualizes them, allowing operators to see not just </a:t>
            </a:r>
            <a:r>
              <a:rPr lang="en-IN" sz="2000" i="1" dirty="0">
                <a:solidFill>
                  <a:schemeClr val="bg1"/>
                </a:solidFill>
              </a:rPr>
              <a:t>that</a:t>
            </a:r>
            <a:r>
              <a:rPr lang="en-IN" sz="2000" dirty="0">
                <a:solidFill>
                  <a:schemeClr val="bg1"/>
                </a:solidFill>
              </a:rPr>
              <a:t> something failed, but </a:t>
            </a:r>
            <a:r>
              <a:rPr lang="en-IN" sz="2000" i="1" dirty="0">
                <a:solidFill>
                  <a:schemeClr val="bg1"/>
                </a:solidFill>
              </a:rPr>
              <a:t>why</a:t>
            </a:r>
            <a:r>
              <a:rPr lang="en-IN" sz="2000" dirty="0">
                <a:solidFill>
                  <a:schemeClr val="bg1"/>
                </a:solidFill>
              </a:rPr>
              <a:t>.</a:t>
            </a:r>
          </a:p>
          <a:p>
            <a:pPr marL="356616" indent="-356616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itchFamily="34" charset="0"/>
              <a:buChar char="►"/>
            </a:pPr>
            <a:endParaRPr lang="en-IN" sz="20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260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" descr="Creative listing layouts&#10;4 Pointer layout&#10;Signboard Format">
            <a:extLst>
              <a:ext uri="{FF2B5EF4-FFF2-40B4-BE49-F238E27FC236}">
                <a16:creationId xmlns:a16="http://schemas.microsoft.com/office/drawing/2014/main" id="{77853FDF-175F-67C3-0F18-AD9EAFD7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25" y="272515"/>
            <a:ext cx="8229600" cy="419088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Performance Metrics</a:t>
            </a:r>
          </a:p>
        </p:txBody>
      </p:sp>
      <p:grpSp>
        <p:nvGrpSpPr>
          <p:cNvPr id="33" name="Group 32" descr="Creative listing layouts&#10;4 Pointer layout&#10;Signboard Format">
            <a:extLst>
              <a:ext uri="{FF2B5EF4-FFF2-40B4-BE49-F238E27FC236}">
                <a16:creationId xmlns:a16="http://schemas.microsoft.com/office/drawing/2014/main" id="{480A0602-EE06-7C3F-E82A-774019E4FD5A}"/>
              </a:ext>
            </a:extLst>
          </p:cNvPr>
          <p:cNvGrpSpPr/>
          <p:nvPr/>
        </p:nvGrpSpPr>
        <p:grpSpPr>
          <a:xfrm>
            <a:off x="8596875" y="272515"/>
            <a:ext cx="478300" cy="4102608"/>
            <a:chOff x="3788216" y="1447800"/>
            <a:chExt cx="478300" cy="4597400"/>
          </a:xfrm>
          <a:solidFill>
            <a:schemeClr val="tx1">
              <a:lumMod val="95000"/>
            </a:schemeClr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76C0922-7493-B9FE-50C4-A687DDEA0D94}"/>
                </a:ext>
              </a:extLst>
            </p:cNvPr>
            <p:cNvSpPr/>
            <p:nvPr/>
          </p:nvSpPr>
          <p:spPr>
            <a:xfrm>
              <a:off x="3788216" y="5795473"/>
              <a:ext cx="478300" cy="249727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IN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CB0EAD6-1B78-81CF-3AC9-4CF5165BE2BD}"/>
                </a:ext>
              </a:extLst>
            </p:cNvPr>
            <p:cNvSpPr/>
            <p:nvPr/>
          </p:nvSpPr>
          <p:spPr>
            <a:xfrm>
              <a:off x="3907791" y="1447800"/>
              <a:ext cx="239150" cy="441184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IN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Pentagon 23" descr="Creative listing layouts&#10;4 Pointer layout&#10;Signboard Format">
            <a:extLst>
              <a:ext uri="{FF2B5EF4-FFF2-40B4-BE49-F238E27FC236}">
                <a16:creationId xmlns:a16="http://schemas.microsoft.com/office/drawing/2014/main" id="{6222FA7E-BA2A-F685-CC08-827E2ED92DB5}"/>
              </a:ext>
            </a:extLst>
          </p:cNvPr>
          <p:cNvSpPr/>
          <p:nvPr/>
        </p:nvSpPr>
        <p:spPr>
          <a:xfrm flipH="1">
            <a:off x="5667512" y="2985722"/>
            <a:ext cx="3040620" cy="507831"/>
          </a:xfrm>
          <a:prstGeom prst="homePlate">
            <a:avLst/>
          </a:prstGeom>
          <a:solidFill>
            <a:schemeClr val="bg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Engineer Toil Reduction</a:t>
            </a:r>
            <a:endParaRPr lang="en-IN" sz="16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Pentagon 24" descr="Creative listing layouts&#10;4 Pointer layout&#10;Signboard Format">
            <a:extLst>
              <a:ext uri="{FF2B5EF4-FFF2-40B4-BE49-F238E27FC236}">
                <a16:creationId xmlns:a16="http://schemas.microsoft.com/office/drawing/2014/main" id="{500BF060-B484-D6BD-83EB-BD86298B7709}"/>
              </a:ext>
            </a:extLst>
          </p:cNvPr>
          <p:cNvSpPr/>
          <p:nvPr/>
        </p:nvSpPr>
        <p:spPr>
          <a:xfrm>
            <a:off x="8963916" y="2300634"/>
            <a:ext cx="3220207" cy="507831"/>
          </a:xfrm>
          <a:prstGeom prst="homePlate">
            <a:avLst/>
          </a:prstGeom>
          <a:solidFill>
            <a:schemeClr val="bg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Alert Response Time</a:t>
            </a:r>
            <a:endParaRPr lang="en-IN" sz="16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Pentagon 25" descr="Creative listing layouts&#10;4 Pointer layout&#10;Signboard Format">
            <a:extLst>
              <a:ext uri="{FF2B5EF4-FFF2-40B4-BE49-F238E27FC236}">
                <a16:creationId xmlns:a16="http://schemas.microsoft.com/office/drawing/2014/main" id="{CF20DAE7-7E32-F4CE-5131-ECA8388D7CEA}"/>
              </a:ext>
            </a:extLst>
          </p:cNvPr>
          <p:cNvSpPr/>
          <p:nvPr/>
        </p:nvSpPr>
        <p:spPr>
          <a:xfrm flipH="1">
            <a:off x="5667512" y="1390115"/>
            <a:ext cx="3040620" cy="431800"/>
          </a:xfrm>
          <a:prstGeom prst="homePlat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Data Retention</a:t>
            </a:r>
            <a:endParaRPr lang="en-IN" sz="16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Pentagon 26" descr="Creative listing layouts&#10;4 Pointer layout&#10;Signboard Format">
            <a:extLst>
              <a:ext uri="{FF2B5EF4-FFF2-40B4-BE49-F238E27FC236}">
                <a16:creationId xmlns:a16="http://schemas.microsoft.com/office/drawing/2014/main" id="{B9FC358B-F820-7760-8909-DD7BC62606D4}"/>
              </a:ext>
            </a:extLst>
          </p:cNvPr>
          <p:cNvSpPr/>
          <p:nvPr/>
        </p:nvSpPr>
        <p:spPr>
          <a:xfrm>
            <a:off x="8963917" y="628115"/>
            <a:ext cx="3040620" cy="431800"/>
          </a:xfrm>
          <a:prstGeom prst="homePlate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 descr="Creative listing layouts&#10;4 Pointer layout&#10;Signboard Format">
            <a:extLst>
              <a:ext uri="{FF2B5EF4-FFF2-40B4-BE49-F238E27FC236}">
                <a16:creationId xmlns:a16="http://schemas.microsoft.com/office/drawing/2014/main" id="{FD461BD6-3A85-9406-76B8-8A6DF9711EE9}"/>
              </a:ext>
            </a:extLst>
          </p:cNvPr>
          <p:cNvSpPr txBox="1"/>
          <p:nvPr/>
        </p:nvSpPr>
        <p:spPr>
          <a:xfrm>
            <a:off x="9070030" y="600517"/>
            <a:ext cx="286938" cy="507831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3600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1</a:t>
            </a:r>
            <a:endParaRPr lang="en-IN" sz="3600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1" name="TextBox 40" descr="Creative listing layouts&#10;4 Pointer layout&#10;Signboard Format">
            <a:extLst>
              <a:ext uri="{FF2B5EF4-FFF2-40B4-BE49-F238E27FC236}">
                <a16:creationId xmlns:a16="http://schemas.microsoft.com/office/drawing/2014/main" id="{EE49B703-AC13-FA26-7751-F9F2D9B7BB23}"/>
              </a:ext>
            </a:extLst>
          </p:cNvPr>
          <p:cNvSpPr txBox="1"/>
          <p:nvPr/>
        </p:nvSpPr>
        <p:spPr>
          <a:xfrm>
            <a:off x="8417573" y="1352100"/>
            <a:ext cx="286938" cy="507831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3600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2</a:t>
            </a:r>
            <a:endParaRPr lang="en-IN" sz="3600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2" name="TextBox 41" descr="Creative listing layouts&#10;4 Pointer layout&#10;Signboard Format">
            <a:extLst>
              <a:ext uri="{FF2B5EF4-FFF2-40B4-BE49-F238E27FC236}">
                <a16:creationId xmlns:a16="http://schemas.microsoft.com/office/drawing/2014/main" id="{AB3E1DE0-A89C-BFF3-FB1E-37B9C9A432C3}"/>
              </a:ext>
            </a:extLst>
          </p:cNvPr>
          <p:cNvSpPr txBox="1"/>
          <p:nvPr/>
        </p:nvSpPr>
        <p:spPr>
          <a:xfrm>
            <a:off x="9070029" y="2284870"/>
            <a:ext cx="286938" cy="507831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3600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3</a:t>
            </a:r>
            <a:endParaRPr lang="en-IN" sz="3600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3" name="TextBox 42" descr="Creative listing layouts&#10;4 Pointer layout&#10;Signboard Format">
            <a:extLst>
              <a:ext uri="{FF2B5EF4-FFF2-40B4-BE49-F238E27FC236}">
                <a16:creationId xmlns:a16="http://schemas.microsoft.com/office/drawing/2014/main" id="{C7B6A78B-4038-1A69-9CE5-0FDD6A9C660F}"/>
              </a:ext>
            </a:extLst>
          </p:cNvPr>
          <p:cNvSpPr txBox="1"/>
          <p:nvPr/>
        </p:nvSpPr>
        <p:spPr>
          <a:xfrm>
            <a:off x="8417574" y="3037067"/>
            <a:ext cx="286938" cy="507831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US" sz="3600" dirty="0">
                <a:latin typeface="+mj-lt"/>
                <a:cs typeface="Arial" panose="020B0604020202020204" pitchFamily="34" charset="0"/>
              </a:rPr>
              <a:t>4</a:t>
            </a:r>
            <a:endParaRPr lang="en-IN" sz="36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44" name="Rechteck 65" descr="Creative listing layouts&#10;4 Pointer layout&#10;Signboard Format">
            <a:extLst>
              <a:ext uri="{FF2B5EF4-FFF2-40B4-BE49-F238E27FC236}">
                <a16:creationId xmlns:a16="http://schemas.microsoft.com/office/drawing/2014/main" id="{FE92B515-4D70-69E8-ABE5-4150D0B8CC9E}"/>
              </a:ext>
            </a:extLst>
          </p:cNvPr>
          <p:cNvSpPr/>
          <p:nvPr/>
        </p:nvSpPr>
        <p:spPr bwMode="gray">
          <a:xfrm>
            <a:off x="9041011" y="1069970"/>
            <a:ext cx="2815213" cy="3554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800"/>
              </a:spcAft>
              <a:defRPr/>
            </a:pPr>
            <a:r>
              <a:rPr lang="en-IN" dirty="0">
                <a:solidFill>
                  <a:schemeClr val="bg1"/>
                </a:solidFill>
              </a:rPr>
              <a:t>99.9% (SLA compliance)</a:t>
            </a:r>
            <a:endParaRPr lang="en-US" sz="14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5" name="Rechteck 65" descr="Creative listing layouts&#10;4 Pointer layout&#10;Signboard Format">
            <a:extLst>
              <a:ext uri="{FF2B5EF4-FFF2-40B4-BE49-F238E27FC236}">
                <a16:creationId xmlns:a16="http://schemas.microsoft.com/office/drawing/2014/main" id="{A1A2F72B-1876-B404-D313-541BF1BA0BF4}"/>
              </a:ext>
            </a:extLst>
          </p:cNvPr>
          <p:cNvSpPr/>
          <p:nvPr/>
        </p:nvSpPr>
        <p:spPr bwMode="gray">
          <a:xfrm>
            <a:off x="9041012" y="2863916"/>
            <a:ext cx="2963526" cy="3554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800"/>
              </a:spcAft>
              <a:defRPr/>
            </a:pPr>
            <a:r>
              <a:rPr lang="en-IN" dirty="0">
                <a:solidFill>
                  <a:schemeClr val="bg1"/>
                </a:solidFill>
              </a:rPr>
              <a:t>&lt;30 seconds (automated)</a:t>
            </a:r>
            <a:endParaRPr lang="en-US" sz="105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6" name="Rechteck 65" descr="Creative listing layouts&#10;4 Pointer layout&#10;Signboard Format">
            <a:extLst>
              <a:ext uri="{FF2B5EF4-FFF2-40B4-BE49-F238E27FC236}">
                <a16:creationId xmlns:a16="http://schemas.microsoft.com/office/drawing/2014/main" id="{FAE1E66D-56B3-7D4E-B4D5-B47BB23519AE}"/>
              </a:ext>
            </a:extLst>
          </p:cNvPr>
          <p:cNvSpPr/>
          <p:nvPr/>
        </p:nvSpPr>
        <p:spPr bwMode="gray">
          <a:xfrm>
            <a:off x="5782700" y="1859930"/>
            <a:ext cx="2950833" cy="3554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r">
              <a:lnSpc>
                <a:spcPct val="95000"/>
              </a:lnSpc>
              <a:spcAft>
                <a:spcPts val="800"/>
              </a:spcAft>
              <a:defRPr/>
            </a:pPr>
            <a:r>
              <a:rPr lang="en-IN" dirty="0">
                <a:solidFill>
                  <a:schemeClr val="bg1"/>
                </a:solidFill>
              </a:rPr>
              <a:t>90 days historical analysis</a:t>
            </a:r>
            <a:endParaRPr lang="en-US" sz="14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7" name="Rechteck 65" descr="Creative listing layouts&#10;4 Pointer layout&#10;Signboard Format">
            <a:extLst>
              <a:ext uri="{FF2B5EF4-FFF2-40B4-BE49-F238E27FC236}">
                <a16:creationId xmlns:a16="http://schemas.microsoft.com/office/drawing/2014/main" id="{13FDE4E4-8E3B-2D91-270C-D718864503AB}"/>
              </a:ext>
            </a:extLst>
          </p:cNvPr>
          <p:cNvSpPr/>
          <p:nvPr/>
        </p:nvSpPr>
        <p:spPr bwMode="gray">
          <a:xfrm>
            <a:off x="6211325" y="3493553"/>
            <a:ext cx="2522208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r" fontAlgn="base"/>
            <a:r>
              <a:rPr lang="en-IN" dirty="0">
                <a:solidFill>
                  <a:schemeClr val="bg1"/>
                </a:solidFill>
              </a:rPr>
              <a:t>40 hours/week saved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8" name="Rechteck 65" descr="Creative listing layouts&#10;4 Pointer layout&#10;Signboard Format">
            <a:extLst>
              <a:ext uri="{FF2B5EF4-FFF2-40B4-BE49-F238E27FC236}">
                <a16:creationId xmlns:a16="http://schemas.microsoft.com/office/drawing/2014/main" id="{2296E139-2D24-2B10-1F91-1192E2981FF1}"/>
              </a:ext>
            </a:extLst>
          </p:cNvPr>
          <p:cNvSpPr/>
          <p:nvPr/>
        </p:nvSpPr>
        <p:spPr bwMode="gray">
          <a:xfrm>
            <a:off x="9387862" y="666275"/>
            <a:ext cx="2305844" cy="3553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800"/>
              </a:spcAft>
              <a:defRPr/>
            </a:pPr>
            <a:r>
              <a:rPr lang="en-IN" b="1" dirty="0"/>
              <a:t>Uptime</a:t>
            </a:r>
            <a:endParaRPr lang="en-US" sz="1600" b="1" dirty="0">
              <a:solidFill>
                <a:schemeClr val="bg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511A0E-BBDE-EB45-0CC9-B006492E32F2}"/>
              </a:ext>
            </a:extLst>
          </p:cNvPr>
          <p:cNvSpPr txBox="1"/>
          <p:nvPr/>
        </p:nvSpPr>
        <p:spPr>
          <a:xfrm>
            <a:off x="338328" y="1188720"/>
            <a:ext cx="4688382" cy="960263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1"/>
                </a:solidFill>
              </a:rPr>
              <a:t>What We've Achieved</a:t>
            </a:r>
          </a:p>
          <a:p>
            <a:endParaRPr lang="en-IN" sz="2000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1"/>
                </a:solidFill>
              </a:rPr>
              <a:t>Performance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97906-778B-9660-28FC-0722D40E435C}"/>
              </a:ext>
            </a:extLst>
          </p:cNvPr>
          <p:cNvSpPr txBox="1"/>
          <p:nvPr/>
        </p:nvSpPr>
        <p:spPr>
          <a:xfrm>
            <a:off x="241881" y="2425981"/>
            <a:ext cx="6135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400" b="0" i="0" dirty="0">
                <a:solidFill>
                  <a:schemeClr val="accent1"/>
                </a:solidFill>
                <a:effectLst/>
                <a:latin typeface="fkGrotesk"/>
              </a:rPr>
              <a:t>Operational Metrics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F0E67A-25FB-AC4F-6625-788E7060C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461504"/>
              </p:ext>
            </p:extLst>
          </p:nvPr>
        </p:nvGraphicFramePr>
        <p:xfrm>
          <a:off x="175084" y="3940504"/>
          <a:ext cx="6893228" cy="2936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3307">
                  <a:extLst>
                    <a:ext uri="{9D8B030D-6E8A-4147-A177-3AD203B41FA5}">
                      <a16:colId xmlns:a16="http://schemas.microsoft.com/office/drawing/2014/main" val="236432852"/>
                    </a:ext>
                  </a:extLst>
                </a:gridCol>
                <a:gridCol w="1723307">
                  <a:extLst>
                    <a:ext uri="{9D8B030D-6E8A-4147-A177-3AD203B41FA5}">
                      <a16:colId xmlns:a16="http://schemas.microsoft.com/office/drawing/2014/main" val="1030559406"/>
                    </a:ext>
                  </a:extLst>
                </a:gridCol>
                <a:gridCol w="1723307">
                  <a:extLst>
                    <a:ext uri="{9D8B030D-6E8A-4147-A177-3AD203B41FA5}">
                      <a16:colId xmlns:a16="http://schemas.microsoft.com/office/drawing/2014/main" val="1604558828"/>
                    </a:ext>
                  </a:extLst>
                </a:gridCol>
                <a:gridCol w="1723307">
                  <a:extLst>
                    <a:ext uri="{9D8B030D-6E8A-4147-A177-3AD203B41FA5}">
                      <a16:colId xmlns:a16="http://schemas.microsoft.com/office/drawing/2014/main" val="430649096"/>
                    </a:ext>
                  </a:extLst>
                </a:gridCol>
              </a:tblGrid>
              <a:tr h="335824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b="0">
                          <a:effectLst/>
                        </a:rPr>
                        <a:t>Metric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b="0">
                          <a:effectLst/>
                        </a:rPr>
                        <a:t>Target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b="0">
                          <a:effectLst/>
                        </a:rPr>
                        <a:t>Current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b="0" dirty="0">
                          <a:effectLst/>
                        </a:rPr>
                        <a:t>Status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64779086"/>
                  </a:ext>
                </a:extLst>
              </a:tr>
              <a:tr h="57180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>
                          <a:effectLst/>
                        </a:rPr>
                        <a:t>Inference Latency</a:t>
                      </a:r>
                      <a:endParaRPr lang="en-IN">
                        <a:effectLst/>
                      </a:endParaRP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&lt;10ms per request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2-5ms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dirty="0">
                          <a:effectLst/>
                        </a:rPr>
                        <a:t>✅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3176234106"/>
                  </a:ext>
                </a:extLst>
              </a:tr>
              <a:tr h="57180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>
                          <a:effectLst/>
                        </a:rPr>
                        <a:t>Model Accuracy</a:t>
                      </a:r>
                      <a:endParaRPr lang="en-IN">
                        <a:effectLst/>
                      </a:endParaRP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&gt;95% anomaly detection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98%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dirty="0">
                          <a:effectLst/>
                        </a:rPr>
                        <a:t>✅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793887354"/>
                  </a:ext>
                </a:extLst>
              </a:tr>
              <a:tr h="57180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>
                          <a:effectLst/>
                        </a:rPr>
                        <a:t>False Positive Rate</a:t>
                      </a:r>
                      <a:endParaRPr lang="en-IN">
                        <a:effectLst/>
                      </a:endParaRP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&lt;5%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2%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✅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413793751"/>
                  </a:ext>
                </a:extLst>
              </a:tr>
              <a:tr h="32674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>
                          <a:effectLst/>
                        </a:rPr>
                        <a:t>MTTR Reduction</a:t>
                      </a:r>
                      <a:endParaRPr lang="en-IN">
                        <a:effectLst/>
                      </a:endParaRP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-60% vs. manual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-65% achieved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dirty="0">
                          <a:effectLst/>
                        </a:rPr>
                        <a:t>✅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407443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07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370FF-3EE9-247E-5D51-707AE184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8D7A55-6116-8D3E-E5A7-05D6C6348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4200"/>
            <a:ext cx="3944111" cy="428176"/>
          </a:xfrm>
        </p:spPr>
        <p:txBody>
          <a:bodyPr/>
          <a:lstStyle/>
          <a:p>
            <a:r>
              <a:rPr lang="en-IN" sz="2800" b="1" dirty="0">
                <a:solidFill>
                  <a:schemeClr val="tx2"/>
                </a:solidFill>
                <a:latin typeface="fkGrotesk"/>
              </a:rPr>
              <a:t>Live Demo Walkthrough</a:t>
            </a:r>
            <a:br>
              <a:rPr lang="en-IN" sz="2400" dirty="0">
                <a:solidFill>
                  <a:schemeClr val="tx2"/>
                </a:solidFill>
                <a:latin typeface="fkGrotesk"/>
              </a:rPr>
            </a:b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24C4BE-A7F1-5C8D-20E0-17E29FC0D4BD}"/>
              </a:ext>
            </a:extLst>
          </p:cNvPr>
          <p:cNvSpPr txBox="1"/>
          <p:nvPr/>
        </p:nvSpPr>
        <p:spPr>
          <a:xfrm>
            <a:off x="505968" y="957638"/>
            <a:ext cx="1168603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fkGroteskNeue"/>
              </a:rPr>
              <a:t>Real-Time Anomaly Detection in Action:</a:t>
            </a:r>
          </a:p>
          <a:p>
            <a:pPr algn="l">
              <a:buNone/>
            </a:pPr>
            <a:endParaRPr lang="en-IN" sz="2000" b="0" i="0" dirty="0">
              <a:solidFill>
                <a:schemeClr val="bg1"/>
              </a:solidFill>
              <a:effectLst/>
              <a:latin typeface="fkGrotesk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Dashboard #1: "AI Accelerator Anomalies"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Real-time line graphs showing detected anomalies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Color-coded by root cause: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🔴 Red = Thermal Throttling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🟡 Yellow = Compute Saturation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🔵 Blue = Memory Pressure</a:t>
            </a:r>
          </a:p>
          <a:p>
            <a:pPr lvl="2" algn="l"/>
            <a:endParaRPr lang="en-IN" sz="2000" b="0" i="0" dirty="0">
              <a:solidFill>
                <a:schemeClr val="bg1"/>
              </a:solidFill>
              <a:effectLst/>
              <a:latin typeface="fkGroteskNeue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Dashboard #2: "Services Metrics"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Request throughput (RPM)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Latency percentiles (P50, P95, P99)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System saturation gauge</a:t>
            </a:r>
          </a:p>
          <a:p>
            <a:pPr lvl="1" algn="l"/>
            <a:endParaRPr lang="en-IN" sz="2000" b="0" i="0" dirty="0">
              <a:solidFill>
                <a:schemeClr val="bg1"/>
              </a:solidFill>
              <a:effectLst/>
              <a:latin typeface="fkGroteskNeue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Live Injection Test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We will trigger a synthetic "Thermal Meltdown" event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Watch the dashboard light up with an alert within 15 seconds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 dirty="0">
                <a:solidFill>
                  <a:schemeClr val="bg1"/>
                </a:solidFill>
                <a:effectLst/>
                <a:latin typeface="fkGroteskNeue"/>
              </a:rPr>
              <a:t>Notice the RCA classification appears automatically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6C2F63-C60A-738B-CD73-193EEF8D5080}"/>
              </a:ext>
            </a:extLst>
          </p:cNvPr>
          <p:cNvSpPr txBox="1"/>
          <p:nvPr/>
        </p:nvSpPr>
        <p:spPr>
          <a:xfrm>
            <a:off x="6805422" y="957638"/>
            <a:ext cx="526465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000" b="1" i="0" dirty="0">
                <a:solidFill>
                  <a:srgbClr val="FFC000"/>
                </a:solidFill>
                <a:effectLst/>
              </a:rPr>
              <a:t>Expected Outcome:</a:t>
            </a:r>
          </a:p>
          <a:p>
            <a:pPr algn="l">
              <a:buNone/>
            </a:pPr>
            <a:endParaRPr lang="en-IN" sz="2000" b="0" i="0" dirty="0">
              <a:solidFill>
                <a:srgbClr val="FFC000"/>
              </a:solidFill>
              <a:effectLst/>
            </a:endParaRPr>
          </a:p>
          <a:p>
            <a:pPr algn="l">
              <a:buNone/>
            </a:pPr>
            <a:r>
              <a:rPr lang="en-IN" sz="2000" b="0" dirty="0">
                <a:solidFill>
                  <a:schemeClr val="bg1"/>
                </a:solidFill>
                <a:effectLst/>
              </a:rPr>
              <a:t>Within 30 seconds of the anomaly, you will see:</a:t>
            </a:r>
          </a:p>
          <a:p>
            <a:pPr algn="l">
              <a:buNone/>
            </a:pPr>
            <a:endParaRPr lang="en-IN" sz="2000" b="0" i="1" dirty="0">
              <a:solidFill>
                <a:schemeClr val="bg1"/>
              </a:solidFill>
              <a:effectLst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b="0" i="1" dirty="0">
                <a:solidFill>
                  <a:schemeClr val="bg1"/>
                </a:solidFill>
                <a:effectLst/>
              </a:rPr>
              <a:t>The </a:t>
            </a:r>
            <a:r>
              <a:rPr lang="en-IN" sz="2000" b="0" dirty="0">
                <a:solidFill>
                  <a:schemeClr val="bg1"/>
                </a:solidFill>
                <a:effectLst/>
              </a:rPr>
              <a:t>metric spike </a:t>
            </a:r>
            <a:r>
              <a:rPr lang="en-IN" sz="2000" b="0" i="1" dirty="0">
                <a:solidFill>
                  <a:schemeClr val="bg1"/>
                </a:solidFill>
                <a:effectLst/>
              </a:rPr>
              <a:t>on the graph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b="0" dirty="0">
                <a:solidFill>
                  <a:schemeClr val="bg1"/>
                </a:solidFill>
                <a:effectLst/>
              </a:rPr>
              <a:t>A "Thermal Throttling" label appear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b="0" dirty="0">
                <a:solidFill>
                  <a:schemeClr val="bg1"/>
                </a:solidFill>
                <a:effectLst/>
              </a:rPr>
              <a:t>A Slack notification fire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337336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D63DD-9660-E11C-C626-9E782962F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9D61A2-D56F-FFB0-2F0D-985D40AB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64" y="131240"/>
            <a:ext cx="10972800" cy="590400"/>
          </a:xfrm>
        </p:spPr>
        <p:txBody>
          <a:bodyPr/>
          <a:lstStyle/>
          <a:p>
            <a:r>
              <a:rPr lang="en-US" sz="2800" b="1" dirty="0">
                <a:solidFill>
                  <a:schemeClr val="tx2"/>
                </a:solidFill>
              </a:rPr>
              <a:t>Grafana Dashboard</a:t>
            </a:r>
            <a:endParaRPr lang="en-IN" sz="2800" b="1" dirty="0">
              <a:solidFill>
                <a:schemeClr val="tx2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83358F-6E81-DA2B-4958-6636574A8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64" y="610280"/>
            <a:ext cx="11444886" cy="584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47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569EB-1DA1-A607-FBBA-723B7BE01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3C710FA5-9FCC-AFF0-8089-812C1AE18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solidFill>
                  <a:schemeClr val="tx2"/>
                </a:solidFill>
              </a:rPr>
              <a:t>Business Value &amp; Benefits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C2725345-05B3-F7D2-1A70-92A7E2778F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1319127"/>
              </p:ext>
            </p:extLst>
          </p:nvPr>
        </p:nvGraphicFramePr>
        <p:xfrm>
          <a:off x="609601" y="1026636"/>
          <a:ext cx="11158728" cy="5108988"/>
        </p:xfrm>
        <a:graphic>
          <a:graphicData uri="http://schemas.openxmlformats.org/drawingml/2006/table">
            <a:tbl>
              <a:tblPr/>
              <a:tblGrid>
                <a:gridCol w="2645664">
                  <a:extLst>
                    <a:ext uri="{9D8B030D-6E8A-4147-A177-3AD203B41FA5}">
                      <a16:colId xmlns:a16="http://schemas.microsoft.com/office/drawing/2014/main" val="967563855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1287031145"/>
                    </a:ext>
                  </a:extLst>
                </a:gridCol>
                <a:gridCol w="4370832">
                  <a:extLst>
                    <a:ext uri="{9D8B030D-6E8A-4147-A177-3AD203B41FA5}">
                      <a16:colId xmlns:a16="http://schemas.microsoft.com/office/drawing/2014/main" val="4169505020"/>
                    </a:ext>
                  </a:extLst>
                </a:gridCol>
              </a:tblGrid>
              <a:tr h="6783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2"/>
                          </a:solidFill>
                          <a:effectLst/>
                        </a:rPr>
                        <a:t>Manual / Traditional Monitoring</a:t>
                      </a:r>
                      <a:endParaRPr lang="en-IN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2"/>
                          </a:solidFill>
                          <a:effectLst/>
                        </a:rPr>
                        <a:t>AI-Driven Observability (This Solution)</a:t>
                      </a:r>
                      <a:endParaRPr lang="en-IN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694788"/>
                  </a:ext>
                </a:extLst>
              </a:tr>
              <a:tr h="12507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</a:rPr>
                        <a:t>Detection Logic</a:t>
                      </a:r>
                      <a:endParaRPr lang="en-IN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</a:rPr>
                        <a:t>Static Thresholds</a:t>
                      </a: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: Alerts only if a metric crosses a fixed line (e.g., &gt;90%). Misses subtle issues like "High Temp at Low Load".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Dynamic Pattern Matching</a:t>
                      </a: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: Learns what "normal" looks like. Detects subtle deviations that static rules miss.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247037"/>
                  </a:ext>
                </a:extLst>
              </a:tr>
              <a:tr h="9645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</a:rPr>
                        <a:t>Maintenance</a:t>
                      </a:r>
                      <a:endParaRPr lang="en-IN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: Ops teams must manually tune thresholds for every new hardware type or workload.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Low</a:t>
                      </a: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: The model retrains/adapts to new baselines automatically without human intervention.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12317"/>
                  </a:ext>
                </a:extLst>
              </a:tr>
              <a:tr h="9645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Alert Fatigue</a:t>
                      </a:r>
                      <a:endParaRPr lang="en-IN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: Constant "noise" from minor spikes causes teams to ignore alerts.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Low</a:t>
                      </a: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: Only statistically significant anomalies trigger alerts, reducing noise.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674798"/>
                  </a:ext>
                </a:extLst>
              </a:tr>
              <a:tr h="12507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Root Cause</a:t>
                      </a:r>
                      <a:endParaRPr lang="en-IN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</a:rPr>
                        <a:t>Manual</a:t>
                      </a: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: Engineers must correlate logs and graphs to guess the cause.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</a:rPr>
                        <a:t>Automated</a:t>
                      </a: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: The dashboard immediately suggests a "Root Cause" (e.g., Thermal vs. Memory), speeding up triage.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524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69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5EF3-32F0-73C2-7AC6-4CF41296B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513BB4-FEF8-EEA7-E771-E3D9BBE83DAD}"/>
              </a:ext>
            </a:extLst>
          </p:cNvPr>
          <p:cNvSpPr txBox="1"/>
          <p:nvPr/>
        </p:nvSpPr>
        <p:spPr>
          <a:xfrm>
            <a:off x="349758" y="336542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800" b="1" i="0" dirty="0">
                <a:solidFill>
                  <a:schemeClr val="tx2"/>
                </a:solidFill>
                <a:effectLst/>
                <a:latin typeface="fkGrotesk"/>
              </a:rPr>
              <a:t> Competitive Advantage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A6170-1E85-5F14-7806-9D4A3626EC31}"/>
              </a:ext>
            </a:extLst>
          </p:cNvPr>
          <p:cNvSpPr txBox="1"/>
          <p:nvPr/>
        </p:nvSpPr>
        <p:spPr>
          <a:xfrm>
            <a:off x="687832" y="1232654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400" b="0" i="0" dirty="0">
                <a:solidFill>
                  <a:schemeClr val="accent1"/>
                </a:solidFill>
                <a:effectLst/>
                <a:latin typeface="fkGrotesk"/>
              </a:rPr>
              <a:t>Comparison Matrix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72B3B4B-20A2-CB2A-0B0B-2944F9893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623094"/>
              </p:ext>
            </p:extLst>
          </p:nvPr>
        </p:nvGraphicFramePr>
        <p:xfrm>
          <a:off x="687832" y="2102196"/>
          <a:ext cx="9699750" cy="35231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39950">
                  <a:extLst>
                    <a:ext uri="{9D8B030D-6E8A-4147-A177-3AD203B41FA5}">
                      <a16:colId xmlns:a16="http://schemas.microsoft.com/office/drawing/2014/main" val="1829827630"/>
                    </a:ext>
                  </a:extLst>
                </a:gridCol>
                <a:gridCol w="1939950">
                  <a:extLst>
                    <a:ext uri="{9D8B030D-6E8A-4147-A177-3AD203B41FA5}">
                      <a16:colId xmlns:a16="http://schemas.microsoft.com/office/drawing/2014/main" val="4066965638"/>
                    </a:ext>
                  </a:extLst>
                </a:gridCol>
                <a:gridCol w="1939950">
                  <a:extLst>
                    <a:ext uri="{9D8B030D-6E8A-4147-A177-3AD203B41FA5}">
                      <a16:colId xmlns:a16="http://schemas.microsoft.com/office/drawing/2014/main" val="3664460711"/>
                    </a:ext>
                  </a:extLst>
                </a:gridCol>
                <a:gridCol w="1939950">
                  <a:extLst>
                    <a:ext uri="{9D8B030D-6E8A-4147-A177-3AD203B41FA5}">
                      <a16:colId xmlns:a16="http://schemas.microsoft.com/office/drawing/2014/main" val="1670499209"/>
                    </a:ext>
                  </a:extLst>
                </a:gridCol>
                <a:gridCol w="1939950">
                  <a:extLst>
                    <a:ext uri="{9D8B030D-6E8A-4147-A177-3AD203B41FA5}">
                      <a16:colId xmlns:a16="http://schemas.microsoft.com/office/drawing/2014/main" val="695415847"/>
                    </a:ext>
                  </a:extLst>
                </a:gridCol>
              </a:tblGrid>
              <a:tr h="400481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b="0" dirty="0">
                          <a:effectLst/>
                        </a:rPr>
                        <a:t>Feature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b="0">
                          <a:effectLst/>
                        </a:rPr>
                        <a:t>Our System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b="0">
                          <a:effectLst/>
                        </a:rPr>
                        <a:t>Datadog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b="0">
                          <a:effectLst/>
                        </a:rPr>
                        <a:t>New Relic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b="0">
                          <a:effectLst/>
                        </a:rPr>
                        <a:t>Manual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38211624"/>
                  </a:ext>
                </a:extLst>
              </a:tr>
              <a:tr h="68190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>
                          <a:effectLst/>
                        </a:rPr>
                        <a:t>Anomaly Detection (ML)</a:t>
                      </a:r>
                      <a:endParaRPr lang="en-IN">
                        <a:effectLst/>
                      </a:endParaRP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✅ Unsupervised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✅ Supervised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❌ No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❌ No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1925405748"/>
                  </a:ext>
                </a:extLst>
              </a:tr>
              <a:tr h="68190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>
                          <a:effectLst/>
                        </a:rPr>
                        <a:t>RCA (Automatic)</a:t>
                      </a:r>
                      <a:endParaRPr lang="en-IN">
                        <a:effectLst/>
                      </a:endParaRP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✅ Rules + ML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❌ Manual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❌ Manual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❌ Manual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3198461700"/>
                  </a:ext>
                </a:extLst>
              </a:tr>
              <a:tr h="68190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>
                          <a:effectLst/>
                        </a:rPr>
                        <a:t>Cost (100 metrics)</a:t>
                      </a:r>
                      <a:endParaRPr lang="en-IN">
                        <a:effectLst/>
                      </a:endParaRP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$0 (Open Source)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$50K/year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$40K/year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$200K/year (labor)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3823961144"/>
                  </a:ext>
                </a:extLst>
              </a:tr>
              <a:tr h="39506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>
                          <a:effectLst/>
                        </a:rPr>
                        <a:t>Setup Time</a:t>
                      </a:r>
                      <a:endParaRPr lang="en-IN">
                        <a:effectLst/>
                      </a:endParaRP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2 weeks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4 weeks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4 weeks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N/A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600251231"/>
                  </a:ext>
                </a:extLst>
              </a:tr>
              <a:tr h="68190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b="0">
                          <a:effectLst/>
                        </a:rPr>
                        <a:t>Customizable</a:t>
                      </a:r>
                      <a:endParaRPr lang="en-IN">
                        <a:effectLst/>
                      </a:endParaRP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✅ Full Control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❌ Limited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</a:rPr>
                        <a:t>❌ Limited</a:t>
                      </a:r>
                    </a:p>
                  </a:txBody>
                  <a:tcPr marL="50800" marR="508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dirty="0">
                          <a:effectLst/>
                        </a:rPr>
                        <a:t>✅ Full Control</a:t>
                      </a:r>
                    </a:p>
                  </a:txBody>
                  <a:tcPr marL="50800" marR="50800" anchor="ctr"/>
                </a:tc>
                <a:extLst>
                  <a:ext uri="{0D108BD9-81ED-4DB2-BD59-A6C34878D82A}">
                    <a16:rowId xmlns:a16="http://schemas.microsoft.com/office/drawing/2014/main" val="1611993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824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D8C04-82E0-CA20-20D8-A38185AA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026E13-BC09-179E-9FE5-C7D8E88A2F45}"/>
              </a:ext>
            </a:extLst>
          </p:cNvPr>
          <p:cNvSpPr txBox="1"/>
          <p:nvPr/>
        </p:nvSpPr>
        <p:spPr>
          <a:xfrm>
            <a:off x="496062" y="290822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200" b="0" i="0" dirty="0">
                <a:solidFill>
                  <a:schemeClr val="accent5"/>
                </a:solidFill>
                <a:effectLst/>
                <a:latin typeface="fkGrotesk"/>
              </a:rPr>
              <a:t>Risk Mitigation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B74DE-6E3A-873E-02FF-67390FC2EBC5}"/>
              </a:ext>
            </a:extLst>
          </p:cNvPr>
          <p:cNvSpPr txBox="1"/>
          <p:nvPr/>
        </p:nvSpPr>
        <p:spPr>
          <a:xfrm>
            <a:off x="496062" y="999756"/>
            <a:ext cx="6297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What Could Go Wrong &amp; How We Handle It 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50138C-3BD9-C407-C642-49815DAB9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942144"/>
              </p:ext>
            </p:extLst>
          </p:nvPr>
        </p:nvGraphicFramePr>
        <p:xfrm>
          <a:off x="115825" y="1524025"/>
          <a:ext cx="11960350" cy="5212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13310">
                  <a:extLst>
                    <a:ext uri="{9D8B030D-6E8A-4147-A177-3AD203B41FA5}">
                      <a16:colId xmlns:a16="http://schemas.microsoft.com/office/drawing/2014/main" val="1796103128"/>
                    </a:ext>
                  </a:extLst>
                </a:gridCol>
                <a:gridCol w="2970830">
                  <a:extLst>
                    <a:ext uri="{9D8B030D-6E8A-4147-A177-3AD203B41FA5}">
                      <a16:colId xmlns:a16="http://schemas.microsoft.com/office/drawing/2014/main" val="445445704"/>
                    </a:ext>
                  </a:extLst>
                </a:gridCol>
                <a:gridCol w="2392070">
                  <a:extLst>
                    <a:ext uri="{9D8B030D-6E8A-4147-A177-3AD203B41FA5}">
                      <a16:colId xmlns:a16="http://schemas.microsoft.com/office/drawing/2014/main" val="4026871279"/>
                    </a:ext>
                  </a:extLst>
                </a:gridCol>
                <a:gridCol w="2392070">
                  <a:extLst>
                    <a:ext uri="{9D8B030D-6E8A-4147-A177-3AD203B41FA5}">
                      <a16:colId xmlns:a16="http://schemas.microsoft.com/office/drawing/2014/main" val="794216240"/>
                    </a:ext>
                  </a:extLst>
                </a:gridCol>
                <a:gridCol w="2392070">
                  <a:extLst>
                    <a:ext uri="{9D8B030D-6E8A-4147-A177-3AD203B41FA5}">
                      <a16:colId xmlns:a16="http://schemas.microsoft.com/office/drawing/2014/main" val="4113962620"/>
                    </a:ext>
                  </a:extLst>
                </a:gridCol>
              </a:tblGrid>
              <a:tr h="72288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Risk</a:t>
                      </a:r>
                      <a:endParaRPr lang="en-IN" sz="2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Drift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 Positives Redux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Bias Across Hardware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Privacy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9387974"/>
                  </a:ext>
                </a:extLst>
              </a:tr>
              <a:tr h="93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</a:t>
                      </a:r>
                      <a:endParaRPr lang="en-IN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behaviour changes over time; model becomes stale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 many alerts → Alert Fatigue again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trained on H100 GPUs; fails on A100 GPUs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 may contain sensitive workload info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5135"/>
                  </a:ext>
                </a:extLst>
              </a:tr>
              <a:tr h="2674655">
                <a:tc>
                  <a:txBody>
                    <a:bodyPr/>
                    <a:lstStyle/>
                    <a:p>
                      <a:r>
                        <a:rPr lang="en-IN" sz="2400" b="1" i="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Mitigation</a:t>
                      </a:r>
                      <a:endParaRPr lang="en-IN" sz="24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Weekly model retraining on fresh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Automated accuracy monitoring (rollback if precision drops)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Configurable anomaly threshold (0.1 = 10% contamination rate)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Multi-signal correlation (require 2 anomalies within 5 min to trigger)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Separate models per hardware type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 hardware detection → select appropriate model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Air-gapped Prometheus (no cloud export)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Role-based access control (RBAC) in Grafana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90-day data retention + auto-delete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818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30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ABA2-8EEA-A291-7CB6-1459A408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 anchor="ctr">
            <a:normAutofit/>
          </a:bodyPr>
          <a:lstStyle/>
          <a:p>
            <a:r>
              <a:rPr lang="en-US"/>
              <a:t>Summary and Benefits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69C25-A6D4-36EB-3964-9E66D1EFC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5391150" cy="4947920"/>
          </a:xfrm>
        </p:spPr>
        <p:txBody>
          <a:bodyPr anchor="t">
            <a:normAutofit/>
          </a:bodyPr>
          <a:lstStyle/>
          <a:p>
            <a:r>
              <a:rPr lang="en-IN" dirty="0"/>
              <a:t>This project implements an AI-driven observability stack designed to autonomously monitor, detect, and diagnose performance issues in GPU/AI accelerator infrastructure. Unlike traditional monitoring, which relies on static thresholds (e.g., "Alert if CPU &gt; 90%"), this system uses Unsupervised Machine Learning (Isolation Forests) to learn "normal" behaviour patterns and flag statistical anomalies.</a:t>
            </a:r>
          </a:p>
          <a:p>
            <a:r>
              <a:rPr lang="en-IN" dirty="0"/>
              <a:t>It integrates seamlessly with cloud-native standards (Kubernetes, Prometheus, Grafana) to provide real-time Root Cause Analysis (RCA), reducing Mean Time to Resolution (MTTR) for critical AI workloads.</a:t>
            </a:r>
          </a:p>
          <a:p>
            <a:pPr>
              <a:lnSpc>
                <a:spcPct val="90000"/>
              </a:lnSpc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BA557-81F7-2747-7830-7551FCD5F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53902"/>
            <a:ext cx="5961028" cy="315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588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6ErCep08dkY.Ww7Mz2Z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8&quot; Source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0/8 [0]&quot; Source=&quot;Harvey 8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1/8 [1]&quot; Source=&quot;Harvey 8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2/8 [2]&quot; Source=&quot;Harvey 8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3/8 [3]&quot; Source=&quot;Harvey 8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4/8 [4]&quot; Source=&quot;Harvey 8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5/8 [5]&quot; Source=&quot;Harvey 8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6/8 [6]&quot; Source=&quot;Harvey 8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7/8 [7]&quot; Source=&quot;Harvey 8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2700577b-d3de-467d-a9b0-050efc349743&quot; IsConsolidated=&quot;False&quot; IsTopLevel=&quot;False&quot; Layer=&quot;Harvey 8/8 [8]&quot; Source=&quot;Harvey 8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lobal_EY_widescreen_presentation_2019_v1.4.pptx" id="{669A4694-7F8C-40EA-92E1-8E6D75010CAB}" vid="{974AC421-4F2E-46A5-9C01-6F171E240785}"/>
    </a:ext>
  </a:extLst>
</a:theme>
</file>

<file path=ppt/theme/theme2.xml><?xml version="1.0" encoding="utf-8"?>
<a:theme xmlns:a="http://schemas.openxmlformats.org/drawingml/2006/main" name="Large Text [DARK]">
  <a:themeElements>
    <a:clrScheme name="Custom 82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6054894B-E48A-4433-A55E-01D7C38471C3}" vid="{DB6FCFA3-EB28-4AA6-A739-5FCB1DFCEB9C}"/>
    </a:ext>
  </a:extLst>
</a:theme>
</file>

<file path=ppt/theme/theme3.xml><?xml version="1.0" encoding="utf-8"?>
<a:theme xmlns:a="http://schemas.openxmlformats.org/drawingml/2006/main" name="1_EY dark print">
  <a:themeElements>
    <a:clrScheme name="Custom 26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4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Y_DnA_Widescreen_Template_2020_v1.4.potx" id="{B47326F4-D228-4388-9849-6833D92643F2}" vid="{8598A00E-35D3-439E-900F-5002C7281E97}"/>
    </a:ext>
  </a:extLst>
</a:theme>
</file>

<file path=ppt/theme/theme5.xml><?xml version="1.0" encoding="utf-8"?>
<a:theme xmlns:a="http://schemas.openxmlformats.org/drawingml/2006/main" name="1_EY dark background">
  <a:themeElements>
    <a:clrScheme name="Benutzerdefiniert 8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GSA_Pursuits">
      <a:majorFont>
        <a:latin typeface="EYInterstate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2D2DA"/>
        </a:solidFill>
        <a:ln w="12700" cap="sq" cmpd="sng" algn="ctr">
          <a:noFill/>
          <a:prstDash val="solid"/>
          <a:miter lim="800000"/>
          <a:tailEnd type="none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>
            <a:ln>
              <a:noFill/>
            </a:ln>
            <a:solidFill>
              <a:srgbClr val="2E2E38"/>
            </a:solidFill>
            <a:effectLst/>
            <a:uLnTx/>
            <a:uFillTx/>
          </a:defRPr>
        </a:defPPr>
      </a:lstStyle>
    </a:spDef>
    <a:lnDef>
      <a:spPr>
        <a:noFill/>
        <a:ln w="12700" cap="sq" cmpd="sng" algn="ctr">
          <a:solidFill>
            <a:srgbClr val="D2D2DA"/>
          </a:solidFill>
          <a:prstDash val="solid"/>
          <a:miter lim="800000"/>
          <a:tailEnd type="none"/>
        </a:ln>
        <a:effectLst/>
      </a:spPr>
      <a:bodyPr/>
      <a:lstStyle/>
    </a:lnDef>
    <a:txDef>
      <a:spPr>
        <a:noFill/>
        <a:ln w="12700" cap="sq">
          <a:noFill/>
          <a:miter lim="800000"/>
        </a:ln>
      </a:spPr>
      <a:bodyPr wrap="square" lIns="0" tIns="0" rIns="0" bIns="0" rtlCol="0">
        <a:noAutofit/>
      </a:bodyPr>
      <a:lstStyle>
        <a:defPPr algn="l" defTabSz="685434">
          <a:spcAft>
            <a:spcPts val="600"/>
          </a:spcAft>
          <a:buClr>
            <a:srgbClr val="FFE600"/>
          </a:buClr>
          <a:buSzPct val="80000"/>
          <a:defRPr sz="1400" kern="0" dirty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Y_DE_presentation_16x9_2019.pptx" id="{498DFC7E-2F02-4EC1-809D-1FC35964144A}" vid="{61C89142-1D04-4713-9D4A-29A35BAFA165}"/>
    </a:ext>
  </a:extLst>
</a:theme>
</file>

<file path=ppt/theme/theme6.xml><?xml version="1.0" encoding="utf-8"?>
<a:theme xmlns:a="http://schemas.openxmlformats.org/drawingml/2006/main" name="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lobal_EY_widescreen_presentation_2019_v1.4.pptx" id="{669A4694-7F8C-40EA-92E1-8E6D75010CAB}" vid="{974AC421-4F2E-46A5-9C01-6F171E240785}"/>
    </a:ext>
  </a:extLst>
</a:theme>
</file>

<file path=ppt/theme/theme7.xml><?xml version="1.0" encoding="utf-8"?>
<a:theme xmlns:a="http://schemas.openxmlformats.org/drawingml/2006/main" name="2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1_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lobal_EY_widescreen_presentation_2019_v1.4.pptx" id="{669A4694-7F8C-40EA-92E1-8E6D75010CAB}" vid="{974AC421-4F2E-46A5-9C01-6F171E240785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6CCDEA-8A08-4353-A516-24CC7AE63001}">
  <we:reference id="c3b3159f-c9fe-4860-a4cb-a5d5f254c545" version="9.5.6.7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1129</Words>
  <Application>Microsoft Office PowerPoint</Application>
  <PresentationFormat>Widescreen</PresentationFormat>
  <Paragraphs>185</Paragraphs>
  <Slides>12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32" baseType="lpstr">
      <vt:lpstr>Aptos</vt:lpstr>
      <vt:lpstr>Arial</vt:lpstr>
      <vt:lpstr>EYInterstate</vt:lpstr>
      <vt:lpstr>EYInterstate Light</vt:lpstr>
      <vt:lpstr>EYInterstate Regular</vt:lpstr>
      <vt:lpstr>EYInterstate Regular</vt:lpstr>
      <vt:lpstr>fkGrotesk</vt:lpstr>
      <vt:lpstr>fkGroteskNeue</vt:lpstr>
      <vt:lpstr>Wingdings</vt:lpstr>
      <vt:lpstr>2_EY dark background</vt:lpstr>
      <vt:lpstr>Large Text [DARK]</vt:lpstr>
      <vt:lpstr>1_EY dark print</vt:lpstr>
      <vt:lpstr>4_EY light background</vt:lpstr>
      <vt:lpstr>1_EY dark background</vt:lpstr>
      <vt:lpstr>EY dark background</vt:lpstr>
      <vt:lpstr>2_EY light background</vt:lpstr>
      <vt:lpstr>EY dark background</vt:lpstr>
      <vt:lpstr>1_EY dark background</vt:lpstr>
      <vt:lpstr>EY dark background</vt:lpstr>
      <vt:lpstr>think-cell Slide</vt:lpstr>
      <vt:lpstr>AI-Driven Observability   </vt:lpstr>
      <vt:lpstr>PowerPoint Presentation</vt:lpstr>
      <vt:lpstr>PowerPoint Presentation</vt:lpstr>
      <vt:lpstr>PowerPoint Presentation</vt:lpstr>
      <vt:lpstr>PowerPoint Presentation</vt:lpstr>
      <vt:lpstr>Performance Metrics</vt:lpstr>
      <vt:lpstr>Live Demo Walkthrough </vt:lpstr>
      <vt:lpstr>Grafana Dashboard</vt:lpstr>
      <vt:lpstr>Business Value &amp; Benefits </vt:lpstr>
      <vt:lpstr>PowerPoint Presentation</vt:lpstr>
      <vt:lpstr>PowerPoint Presentation</vt:lpstr>
      <vt:lpstr>Summary and Benefits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Bhavani S</dc:creator>
  <cp:lastModifiedBy>Bhavani S</cp:lastModifiedBy>
  <cp:revision>5</cp:revision>
  <dcterms:created xsi:type="dcterms:W3CDTF">2025-08-19T05:53:36Z</dcterms:created>
  <dcterms:modified xsi:type="dcterms:W3CDTF">2025-12-12T07:28:32Z</dcterms:modified>
</cp:coreProperties>
</file>