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tags/tag14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8.xml" ContentType="application/vnd.openxmlformats-officedocument.theme+xml"/>
  <Override PartName="/ppt/slideLayouts/slideLayout12.xml" ContentType="application/vnd.openxmlformats-officedocument.presentationml.slideLayout+xml"/>
  <Override PartName="/ppt/theme/theme9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10.xml" ContentType="application/vnd.openxmlformats-officedocument.theme+xml"/>
  <Override PartName="/ppt/slideLayouts/slideLayout31.xml" ContentType="application/vnd.openxmlformats-officedocument.presentationml.slideLayout+xml"/>
  <Override PartName="/ppt/theme/theme11.xml" ContentType="application/vnd.openxmlformats-officedocument.theme+xml"/>
  <Override PartName="/ppt/tags/tag15.xml" ContentType="application/vnd.openxmlformats-officedocument.presentationml.tags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64" r:id="rId2"/>
    <p:sldMasterId id="2147483666" r:id="rId3"/>
    <p:sldMasterId id="2147483667" r:id="rId4"/>
    <p:sldMasterId id="2147483669" r:id="rId5"/>
    <p:sldMasterId id="2147483671" r:id="rId6"/>
    <p:sldMasterId id="2147483673" r:id="rId7"/>
    <p:sldMasterId id="2147483675" r:id="rId8"/>
    <p:sldMasterId id="2147483677" r:id="rId9"/>
    <p:sldMasterId id="2147483705" r:id="rId10"/>
    <p:sldMasterId id="2147483728" r:id="rId11"/>
  </p:sldMasterIdLst>
  <p:notesMasterIdLst>
    <p:notesMasterId r:id="rId25"/>
  </p:notesMasterIdLst>
  <p:sldIdLst>
    <p:sldId id="1881839158" r:id="rId12"/>
    <p:sldId id="2146847240" r:id="rId13"/>
    <p:sldId id="260" r:id="rId14"/>
    <p:sldId id="2146847243" r:id="rId15"/>
    <p:sldId id="270" r:id="rId16"/>
    <p:sldId id="261" r:id="rId17"/>
    <p:sldId id="2146847244" r:id="rId18"/>
    <p:sldId id="263" r:id="rId19"/>
    <p:sldId id="265" r:id="rId20"/>
    <p:sldId id="2146847245" r:id="rId21"/>
    <p:sldId id="267" r:id="rId22"/>
    <p:sldId id="268" r:id="rId23"/>
    <p:sldId id="214684724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FAE40E-BB59-4E8C-8390-E1F646428F17}" v="157" dt="2025-11-14T05:29:28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ani S" userId="591fa8db-8382-473b-83b4-bfc157c48d07" providerId="ADAL" clId="{03FAE40E-BB59-4E8C-8390-E1F646428F17}"/>
    <pc:docChg chg="undo custSel addSld delSld modSld sldOrd addMainMaster delMainMaster modMainMaster">
      <pc:chgData name="Bhavani S" userId="591fa8db-8382-473b-83b4-bfc157c48d07" providerId="ADAL" clId="{03FAE40E-BB59-4E8C-8390-E1F646428F17}" dt="2025-11-14T05:29:58.642" v="1518" actId="14100"/>
      <pc:docMkLst>
        <pc:docMk/>
      </pc:docMkLst>
      <pc:sldChg chg="add del">
        <pc:chgData name="Bhavani S" userId="591fa8db-8382-473b-83b4-bfc157c48d07" providerId="ADAL" clId="{03FAE40E-BB59-4E8C-8390-E1F646428F17}" dt="2025-11-13T10:56:34.975" v="843" actId="2696"/>
        <pc:sldMkLst>
          <pc:docMk/>
          <pc:sldMk cId="1252477054" sldId="256"/>
        </pc:sldMkLst>
      </pc:sldChg>
      <pc:sldChg chg="add del">
        <pc:chgData name="Bhavani S" userId="591fa8db-8382-473b-83b4-bfc157c48d07" providerId="ADAL" clId="{03FAE40E-BB59-4E8C-8390-E1F646428F17}" dt="2025-11-13T14:40:10.375" v="1336" actId="2696"/>
        <pc:sldMkLst>
          <pc:docMk/>
          <pc:sldMk cId="1453826947" sldId="256"/>
        </pc:sldMkLst>
      </pc:sldChg>
      <pc:sldChg chg="addSp modSp del mod">
        <pc:chgData name="Bhavani S" userId="591fa8db-8382-473b-83b4-bfc157c48d07" providerId="ADAL" clId="{03FAE40E-BB59-4E8C-8390-E1F646428F17}" dt="2025-11-13T07:34:56.099" v="440" actId="2696"/>
        <pc:sldMkLst>
          <pc:docMk/>
          <pc:sldMk cId="2503701717" sldId="256"/>
        </pc:sldMkLst>
        <pc:spChg chg="mod">
          <ac:chgData name="Bhavani S" userId="591fa8db-8382-473b-83b4-bfc157c48d07" providerId="ADAL" clId="{03FAE40E-BB59-4E8C-8390-E1F646428F17}" dt="2025-11-13T05:42:28.203" v="372" actId="1076"/>
          <ac:spMkLst>
            <pc:docMk/>
            <pc:sldMk cId="2503701717" sldId="256"/>
            <ac:spMk id="2" creationId="{D819CAAB-DD4D-92AE-DFF1-EA2897FD5AD8}"/>
          </ac:spMkLst>
        </pc:spChg>
        <pc:spChg chg="mod">
          <ac:chgData name="Bhavani S" userId="591fa8db-8382-473b-83b4-bfc157c48d07" providerId="ADAL" clId="{03FAE40E-BB59-4E8C-8390-E1F646428F17}" dt="2025-11-13T05:43:10.176" v="378" actId="1076"/>
          <ac:spMkLst>
            <pc:docMk/>
            <pc:sldMk cId="2503701717" sldId="256"/>
            <ac:spMk id="3" creationId="{E285AF52-7789-7874-04FD-70ADF241460E}"/>
          </ac:spMkLst>
        </pc:spChg>
        <pc:picChg chg="add mod">
          <ac:chgData name="Bhavani S" userId="591fa8db-8382-473b-83b4-bfc157c48d07" providerId="ADAL" clId="{03FAE40E-BB59-4E8C-8390-E1F646428F17}" dt="2025-11-13T05:43:14.638" v="379" actId="1076"/>
          <ac:picMkLst>
            <pc:docMk/>
            <pc:sldMk cId="2503701717" sldId="256"/>
            <ac:picMk id="1026" creationId="{5C025ABE-64C9-66D0-3535-CA628E3EBA27}"/>
          </ac:picMkLst>
        </pc:picChg>
      </pc:sldChg>
      <pc:sldChg chg="addSp delSp modSp del mod">
        <pc:chgData name="Bhavani S" userId="591fa8db-8382-473b-83b4-bfc157c48d07" providerId="ADAL" clId="{03FAE40E-BB59-4E8C-8390-E1F646428F17}" dt="2025-11-13T08:09:34.264" v="555" actId="2696"/>
        <pc:sldMkLst>
          <pc:docMk/>
          <pc:sldMk cId="2602255329" sldId="258"/>
        </pc:sldMkLst>
        <pc:spChg chg="add del mod">
          <ac:chgData name="Bhavani S" userId="591fa8db-8382-473b-83b4-bfc157c48d07" providerId="ADAL" clId="{03FAE40E-BB59-4E8C-8390-E1F646428F17}" dt="2025-11-13T08:09:19.121" v="553" actId="478"/>
          <ac:spMkLst>
            <pc:docMk/>
            <pc:sldMk cId="2602255329" sldId="258"/>
            <ac:spMk id="3" creationId="{8A07DE1C-C7E2-1FDF-884F-CD86C0E06539}"/>
          </ac:spMkLst>
        </pc:spChg>
        <pc:spChg chg="add del mod">
          <ac:chgData name="Bhavani S" userId="591fa8db-8382-473b-83b4-bfc157c48d07" providerId="ADAL" clId="{03FAE40E-BB59-4E8C-8390-E1F646428F17}" dt="2025-11-13T08:09:19.121" v="553" actId="478"/>
          <ac:spMkLst>
            <pc:docMk/>
            <pc:sldMk cId="2602255329" sldId="258"/>
            <ac:spMk id="4" creationId="{C67DE752-7F7B-ABF8-BE58-5F4653A6D4FF}"/>
          </ac:spMkLst>
        </pc:spChg>
      </pc:sldChg>
      <pc:sldChg chg="addSp delSp modSp del mod">
        <pc:chgData name="Bhavani S" userId="591fa8db-8382-473b-83b4-bfc157c48d07" providerId="ADAL" clId="{03FAE40E-BB59-4E8C-8390-E1F646428F17}" dt="2025-11-13T07:38:48.482" v="463" actId="2696"/>
        <pc:sldMkLst>
          <pc:docMk/>
          <pc:sldMk cId="3144593106" sldId="259"/>
        </pc:sldMkLst>
        <pc:spChg chg="del mod">
          <ac:chgData name="Bhavani S" userId="591fa8db-8382-473b-83b4-bfc157c48d07" providerId="ADAL" clId="{03FAE40E-BB59-4E8C-8390-E1F646428F17}" dt="2025-11-13T07:38:31.025" v="459" actId="478"/>
          <ac:spMkLst>
            <pc:docMk/>
            <pc:sldMk cId="3144593106" sldId="259"/>
            <ac:spMk id="2" creationId="{CCA6D774-E7E9-D75A-73BD-E7D4A033C093}"/>
          </ac:spMkLst>
        </pc:spChg>
        <pc:spChg chg="add mod">
          <ac:chgData name="Bhavani S" userId="591fa8db-8382-473b-83b4-bfc157c48d07" providerId="ADAL" clId="{03FAE40E-BB59-4E8C-8390-E1F646428F17}" dt="2025-11-13T07:38:35.348" v="460"/>
          <ac:spMkLst>
            <pc:docMk/>
            <pc:sldMk cId="3144593106" sldId="259"/>
            <ac:spMk id="3" creationId="{484503C9-48BB-F43D-B5C5-F91E673BCE7E}"/>
          </ac:spMkLst>
        </pc:spChg>
        <pc:spChg chg="add mod">
          <ac:chgData name="Bhavani S" userId="591fa8db-8382-473b-83b4-bfc157c48d07" providerId="ADAL" clId="{03FAE40E-BB59-4E8C-8390-E1F646428F17}" dt="2025-11-13T07:38:35.348" v="460"/>
          <ac:spMkLst>
            <pc:docMk/>
            <pc:sldMk cId="3144593106" sldId="259"/>
            <ac:spMk id="5" creationId="{7AD5625B-40AD-AB77-ED6F-6678E11A45C7}"/>
          </ac:spMkLst>
        </pc:spChg>
        <pc:spChg chg="add mod">
          <ac:chgData name="Bhavani S" userId="591fa8db-8382-473b-83b4-bfc157c48d07" providerId="ADAL" clId="{03FAE40E-BB59-4E8C-8390-E1F646428F17}" dt="2025-11-13T07:38:35.348" v="460"/>
          <ac:spMkLst>
            <pc:docMk/>
            <pc:sldMk cId="3144593106" sldId="259"/>
            <ac:spMk id="6" creationId="{A48B3FBB-47F1-D447-3D9D-5A047E71CF53}"/>
          </ac:spMkLst>
        </pc:spChg>
        <pc:spChg chg="add mod">
          <ac:chgData name="Bhavani S" userId="591fa8db-8382-473b-83b4-bfc157c48d07" providerId="ADAL" clId="{03FAE40E-BB59-4E8C-8390-E1F646428F17}" dt="2025-11-13T07:38:35.348" v="460"/>
          <ac:spMkLst>
            <pc:docMk/>
            <pc:sldMk cId="3144593106" sldId="259"/>
            <ac:spMk id="7" creationId="{71F8CFB1-AB6F-A662-E514-D244AC526031}"/>
          </ac:spMkLst>
        </pc:spChg>
        <pc:spChg chg="add mod">
          <ac:chgData name="Bhavani S" userId="591fa8db-8382-473b-83b4-bfc157c48d07" providerId="ADAL" clId="{03FAE40E-BB59-4E8C-8390-E1F646428F17}" dt="2025-11-13T07:38:35.348" v="460"/>
          <ac:spMkLst>
            <pc:docMk/>
            <pc:sldMk cId="3144593106" sldId="259"/>
            <ac:spMk id="8" creationId="{2C800D18-B9B1-D26A-1010-584B5DBFA62B}"/>
          </ac:spMkLst>
        </pc:spChg>
        <pc:spChg chg="add mod">
          <ac:chgData name="Bhavani S" userId="591fa8db-8382-473b-83b4-bfc157c48d07" providerId="ADAL" clId="{03FAE40E-BB59-4E8C-8390-E1F646428F17}" dt="2025-11-13T07:38:35.348" v="460"/>
          <ac:spMkLst>
            <pc:docMk/>
            <pc:sldMk cId="3144593106" sldId="259"/>
            <ac:spMk id="9" creationId="{6CF51FD2-7382-ECB6-5AEC-345AD984DB28}"/>
          </ac:spMkLst>
        </pc:spChg>
        <pc:spChg chg="add mod">
          <ac:chgData name="Bhavani S" userId="591fa8db-8382-473b-83b4-bfc157c48d07" providerId="ADAL" clId="{03FAE40E-BB59-4E8C-8390-E1F646428F17}" dt="2025-11-13T07:38:35.348" v="460"/>
          <ac:spMkLst>
            <pc:docMk/>
            <pc:sldMk cId="3144593106" sldId="259"/>
            <ac:spMk id="10" creationId="{4E1DE7BE-973F-053D-8D12-9377593BE5B3}"/>
          </ac:spMkLst>
        </pc:spChg>
        <pc:spChg chg="add mod">
          <ac:chgData name="Bhavani S" userId="591fa8db-8382-473b-83b4-bfc157c48d07" providerId="ADAL" clId="{03FAE40E-BB59-4E8C-8390-E1F646428F17}" dt="2025-11-13T07:38:35.348" v="460"/>
          <ac:spMkLst>
            <pc:docMk/>
            <pc:sldMk cId="3144593106" sldId="259"/>
            <ac:spMk id="12" creationId="{C069D89D-F8C2-5091-75EA-43D4F5B5020C}"/>
          </ac:spMkLst>
        </pc:spChg>
        <pc:spChg chg="add mod">
          <ac:chgData name="Bhavani S" userId="591fa8db-8382-473b-83b4-bfc157c48d07" providerId="ADAL" clId="{03FAE40E-BB59-4E8C-8390-E1F646428F17}" dt="2025-11-13T07:38:35.348" v="460"/>
          <ac:spMkLst>
            <pc:docMk/>
            <pc:sldMk cId="3144593106" sldId="259"/>
            <ac:spMk id="13" creationId="{B9089AA2-2620-7852-D403-D544D278DDE2}"/>
          </ac:spMkLst>
        </pc:spChg>
        <pc:spChg chg="add mod">
          <ac:chgData name="Bhavani S" userId="591fa8db-8382-473b-83b4-bfc157c48d07" providerId="ADAL" clId="{03FAE40E-BB59-4E8C-8390-E1F646428F17}" dt="2025-11-13T07:38:35.348" v="460"/>
          <ac:spMkLst>
            <pc:docMk/>
            <pc:sldMk cId="3144593106" sldId="259"/>
            <ac:spMk id="14" creationId="{2CCF013E-1FF0-2FCD-E991-01746AACD846}"/>
          </ac:spMkLst>
        </pc:spChg>
      </pc:sldChg>
      <pc:sldChg chg="addSp delSp modSp new mod modClrScheme chgLayout">
        <pc:chgData name="Bhavani S" userId="591fa8db-8382-473b-83b4-bfc157c48d07" providerId="ADAL" clId="{03FAE40E-BB59-4E8C-8390-E1F646428F17}" dt="2025-11-13T14:27:00.929" v="1299" actId="14100"/>
        <pc:sldMkLst>
          <pc:docMk/>
          <pc:sldMk cId="3065260264" sldId="260"/>
        </pc:sldMkLst>
        <pc:spChg chg="add del mod">
          <ac:chgData name="Bhavani S" userId="591fa8db-8382-473b-83b4-bfc157c48d07" providerId="ADAL" clId="{03FAE40E-BB59-4E8C-8390-E1F646428F17}" dt="2025-11-13T08:00:44.368" v="542" actId="478"/>
          <ac:spMkLst>
            <pc:docMk/>
            <pc:sldMk cId="3065260264" sldId="260"/>
            <ac:spMk id="2" creationId="{53189F6B-46FF-34B3-8A62-D584C30ED316}"/>
          </ac:spMkLst>
        </pc:spChg>
        <pc:spChg chg="add del">
          <ac:chgData name="Bhavani S" userId="591fa8db-8382-473b-83b4-bfc157c48d07" providerId="ADAL" clId="{03FAE40E-BB59-4E8C-8390-E1F646428F17}" dt="2025-11-13T09:07:37.481" v="806" actId="22"/>
          <ac:spMkLst>
            <pc:docMk/>
            <pc:sldMk cId="3065260264" sldId="260"/>
            <ac:spMk id="3" creationId="{15362DFE-09B7-833E-2A59-EA61C0DD7E21}"/>
          </ac:spMkLst>
        </pc:spChg>
        <pc:spChg chg="del mod">
          <ac:chgData name="Bhavani S" userId="591fa8db-8382-473b-83b4-bfc157c48d07" providerId="ADAL" clId="{03FAE40E-BB59-4E8C-8390-E1F646428F17}" dt="2025-11-13T08:01:10.079" v="547" actId="478"/>
          <ac:spMkLst>
            <pc:docMk/>
            <pc:sldMk cId="3065260264" sldId="260"/>
            <ac:spMk id="4" creationId="{20139998-31A4-3799-9598-486C35FA98A0}"/>
          </ac:spMkLst>
        </pc:spChg>
        <pc:spChg chg="add del mod">
          <ac:chgData name="Bhavani S" userId="591fa8db-8382-473b-83b4-bfc157c48d07" providerId="ADAL" clId="{03FAE40E-BB59-4E8C-8390-E1F646428F17}" dt="2025-11-13T08:01:15.537" v="548" actId="478"/>
          <ac:spMkLst>
            <pc:docMk/>
            <pc:sldMk cId="3065260264" sldId="260"/>
            <ac:spMk id="7" creationId="{01FD3DC1-3FD7-D702-CC8A-28858E156714}"/>
          </ac:spMkLst>
        </pc:spChg>
        <pc:picChg chg="add del mod">
          <ac:chgData name="Bhavani S" userId="591fa8db-8382-473b-83b4-bfc157c48d07" providerId="ADAL" clId="{03FAE40E-BB59-4E8C-8390-E1F646428F17}" dt="2025-11-13T05:35:04.261" v="367" actId="478"/>
          <ac:picMkLst>
            <pc:docMk/>
            <pc:sldMk cId="3065260264" sldId="260"/>
            <ac:picMk id="3" creationId="{870E55F6-CA4B-FA16-29C5-D6805FB2E5CC}"/>
          </ac:picMkLst>
        </pc:picChg>
        <pc:picChg chg="add mod">
          <ac:chgData name="Bhavani S" userId="591fa8db-8382-473b-83b4-bfc157c48d07" providerId="ADAL" clId="{03FAE40E-BB59-4E8C-8390-E1F646428F17}" dt="2025-11-13T14:27:00.929" v="1299" actId="14100"/>
          <ac:picMkLst>
            <pc:docMk/>
            <pc:sldMk cId="3065260264" sldId="260"/>
            <ac:picMk id="5" creationId="{4CC2D64F-321E-03AC-AD6F-F77CE62B4FA9}"/>
          </ac:picMkLst>
        </pc:picChg>
      </pc:sldChg>
      <pc:sldChg chg="addSp delSp modSp new mod">
        <pc:chgData name="Bhavani S" userId="591fa8db-8382-473b-83b4-bfc157c48d07" providerId="ADAL" clId="{03FAE40E-BB59-4E8C-8390-E1F646428F17}" dt="2025-11-13T12:51:29.845" v="852" actId="14100"/>
        <pc:sldMkLst>
          <pc:docMk/>
          <pc:sldMk cId="1537229070" sldId="261"/>
        </pc:sldMkLst>
        <pc:spChg chg="mod">
          <ac:chgData name="Bhavani S" userId="591fa8db-8382-473b-83b4-bfc157c48d07" providerId="ADAL" clId="{03FAE40E-BB59-4E8C-8390-E1F646428F17}" dt="2025-10-27T13:33:04.188" v="171" actId="255"/>
          <ac:spMkLst>
            <pc:docMk/>
            <pc:sldMk cId="1537229070" sldId="261"/>
            <ac:spMk id="2" creationId="{E14F4B51-C798-27CD-1AE7-23FACD677B1A}"/>
          </ac:spMkLst>
        </pc:spChg>
        <pc:spChg chg="del mod">
          <ac:chgData name="Bhavani S" userId="591fa8db-8382-473b-83b4-bfc157c48d07" providerId="ADAL" clId="{03FAE40E-BB59-4E8C-8390-E1F646428F17}" dt="2025-11-13T10:28:54.294" v="833"/>
          <ac:spMkLst>
            <pc:docMk/>
            <pc:sldMk cId="1537229070" sldId="261"/>
            <ac:spMk id="3" creationId="{2C214764-03A8-1F7C-6445-36226421E0FB}"/>
          </ac:spMkLst>
        </pc:spChg>
        <pc:spChg chg="add del mod">
          <ac:chgData name="Bhavani S" userId="591fa8db-8382-473b-83b4-bfc157c48d07" providerId="ADAL" clId="{03FAE40E-BB59-4E8C-8390-E1F646428F17}" dt="2025-11-13T10:43:11.416" v="836"/>
          <ac:spMkLst>
            <pc:docMk/>
            <pc:sldMk cId="1537229070" sldId="261"/>
            <ac:spMk id="7" creationId="{74F61900-827D-D29B-A3A7-322F3946B24E}"/>
          </ac:spMkLst>
        </pc:spChg>
        <pc:spChg chg="add del mod">
          <ac:chgData name="Bhavani S" userId="591fa8db-8382-473b-83b4-bfc157c48d07" providerId="ADAL" clId="{03FAE40E-BB59-4E8C-8390-E1F646428F17}" dt="2025-11-13T12:51:07.772" v="848" actId="22"/>
          <ac:spMkLst>
            <pc:docMk/>
            <pc:sldMk cId="1537229070" sldId="261"/>
            <ac:spMk id="10" creationId="{628A7060-DB91-EAD1-A0ED-CDF1A05C13DC}"/>
          </ac:spMkLst>
        </pc:spChg>
        <pc:picChg chg="add del mod">
          <ac:chgData name="Bhavani S" userId="591fa8db-8382-473b-83b4-bfc157c48d07" providerId="ADAL" clId="{03FAE40E-BB59-4E8C-8390-E1F646428F17}" dt="2025-11-13T10:28:07.626" v="831" actId="478"/>
          <ac:picMkLst>
            <pc:docMk/>
            <pc:sldMk cId="1537229070" sldId="261"/>
            <ac:picMk id="4" creationId="{75883D71-0436-9A31-B711-86108E2129B2}"/>
          </ac:picMkLst>
        </pc:picChg>
        <pc:picChg chg="add del mod">
          <ac:chgData name="Bhavani S" userId="591fa8db-8382-473b-83b4-bfc157c48d07" providerId="ADAL" clId="{03FAE40E-BB59-4E8C-8390-E1F646428F17}" dt="2025-11-13T10:43:07.041" v="835" actId="478"/>
          <ac:picMkLst>
            <pc:docMk/>
            <pc:sldMk cId="1537229070" sldId="261"/>
            <ac:picMk id="5" creationId="{69D94307-8C6F-EE51-66B2-4A03C4BB4128}"/>
          </ac:picMkLst>
        </pc:picChg>
        <pc:picChg chg="add del mod">
          <ac:chgData name="Bhavani S" userId="591fa8db-8382-473b-83b4-bfc157c48d07" providerId="ADAL" clId="{03FAE40E-BB59-4E8C-8390-E1F646428F17}" dt="2025-11-13T12:51:04.201" v="847" actId="478"/>
          <ac:picMkLst>
            <pc:docMk/>
            <pc:sldMk cId="1537229070" sldId="261"/>
            <ac:picMk id="8" creationId="{F52DB736-77F0-4C91-9C3B-C1C2ADDC8A8F}"/>
          </ac:picMkLst>
        </pc:picChg>
        <pc:picChg chg="add mod ord">
          <ac:chgData name="Bhavani S" userId="591fa8db-8382-473b-83b4-bfc157c48d07" providerId="ADAL" clId="{03FAE40E-BB59-4E8C-8390-E1F646428F17}" dt="2025-11-13T12:51:29.845" v="852" actId="14100"/>
          <ac:picMkLst>
            <pc:docMk/>
            <pc:sldMk cId="1537229070" sldId="261"/>
            <ac:picMk id="12" creationId="{9EB452F4-32AA-1400-3FF9-EF672005464B}"/>
          </ac:picMkLst>
        </pc:picChg>
      </pc:sldChg>
      <pc:sldChg chg="addSp delSp modSp new del mod">
        <pc:chgData name="Bhavani S" userId="591fa8db-8382-473b-83b4-bfc157c48d07" providerId="ADAL" clId="{03FAE40E-BB59-4E8C-8390-E1F646428F17}" dt="2025-11-13T14:01:52.760" v="1169" actId="2696"/>
        <pc:sldMkLst>
          <pc:docMk/>
          <pc:sldMk cId="468495947" sldId="262"/>
        </pc:sldMkLst>
        <pc:spChg chg="add mod">
          <ac:chgData name="Bhavani S" userId="591fa8db-8382-473b-83b4-bfc157c48d07" providerId="ADAL" clId="{03FAE40E-BB59-4E8C-8390-E1F646428F17}" dt="2025-11-13T13:50:29.754" v="1048" actId="1076"/>
          <ac:spMkLst>
            <pc:docMk/>
            <pc:sldMk cId="468495947" sldId="262"/>
            <ac:spMk id="2" creationId="{76343D2B-BDEF-8077-7677-996609BF40B3}"/>
          </ac:spMkLst>
        </pc:spChg>
        <pc:spChg chg="add mod">
          <ac:chgData name="Bhavani S" userId="591fa8db-8382-473b-83b4-bfc157c48d07" providerId="ADAL" clId="{03FAE40E-BB59-4E8C-8390-E1F646428F17}" dt="2025-11-13T13:24:12.570" v="952" actId="14100"/>
          <ac:spMkLst>
            <pc:docMk/>
            <pc:sldMk cId="468495947" sldId="262"/>
            <ac:spMk id="3" creationId="{AFF1F28D-4E46-3A65-2FAD-CDB66C8C4767}"/>
          </ac:spMkLst>
        </pc:spChg>
        <pc:spChg chg="add del mod">
          <ac:chgData name="Bhavani S" userId="591fa8db-8382-473b-83b4-bfc157c48d07" providerId="ADAL" clId="{03FAE40E-BB59-4E8C-8390-E1F646428F17}" dt="2025-11-13T13:17:24.236" v="876" actId="22"/>
          <ac:spMkLst>
            <pc:docMk/>
            <pc:sldMk cId="468495947" sldId="262"/>
            <ac:spMk id="6" creationId="{62E9AE6B-AFFC-4E39-647B-150445F6E220}"/>
          </ac:spMkLst>
        </pc:spChg>
        <pc:spChg chg="add del mod">
          <ac:chgData name="Bhavani S" userId="591fa8db-8382-473b-83b4-bfc157c48d07" providerId="ADAL" clId="{03FAE40E-BB59-4E8C-8390-E1F646428F17}" dt="2025-11-13T13:17:23.079" v="874" actId="22"/>
          <ac:spMkLst>
            <pc:docMk/>
            <pc:sldMk cId="468495947" sldId="262"/>
            <ac:spMk id="8" creationId="{1D65D489-BC8B-CF01-7AD8-05B7AAD84B2A}"/>
          </ac:spMkLst>
        </pc:spChg>
        <pc:spChg chg="add del mod">
          <ac:chgData name="Bhavani S" userId="591fa8db-8382-473b-83b4-bfc157c48d07" providerId="ADAL" clId="{03FAE40E-BB59-4E8C-8390-E1F646428F17}" dt="2025-11-13T13:17:42.634" v="882" actId="22"/>
          <ac:spMkLst>
            <pc:docMk/>
            <pc:sldMk cId="468495947" sldId="262"/>
            <ac:spMk id="10" creationId="{EFEEFE71-C81C-CEF6-D1B5-905368CD90CB}"/>
          </ac:spMkLst>
        </pc:spChg>
        <pc:spChg chg="add del">
          <ac:chgData name="Bhavani S" userId="591fa8db-8382-473b-83b4-bfc157c48d07" providerId="ADAL" clId="{03FAE40E-BB59-4E8C-8390-E1F646428F17}" dt="2025-11-13T13:18:21.015" v="885" actId="478"/>
          <ac:spMkLst>
            <pc:docMk/>
            <pc:sldMk cId="468495947" sldId="262"/>
            <ac:spMk id="11" creationId="{F8FAFE43-2C94-E9D8-2F41-78B28E1AC2D6}"/>
          </ac:spMkLst>
        </pc:spChg>
        <pc:spChg chg="add del mod">
          <ac:chgData name="Bhavani S" userId="591fa8db-8382-473b-83b4-bfc157c48d07" providerId="ADAL" clId="{03FAE40E-BB59-4E8C-8390-E1F646428F17}" dt="2025-11-13T13:27:16.939" v="1023" actId="478"/>
          <ac:spMkLst>
            <pc:docMk/>
            <pc:sldMk cId="468495947" sldId="262"/>
            <ac:spMk id="13" creationId="{7F64FEEC-0321-F16E-1369-42FE55188A4D}"/>
          </ac:spMkLst>
        </pc:spChg>
        <pc:spChg chg="add del mod">
          <ac:chgData name="Bhavani S" userId="591fa8db-8382-473b-83b4-bfc157c48d07" providerId="ADAL" clId="{03FAE40E-BB59-4E8C-8390-E1F646428F17}" dt="2025-11-13T13:22:36.884" v="931" actId="11529"/>
          <ac:spMkLst>
            <pc:docMk/>
            <pc:sldMk cId="468495947" sldId="262"/>
            <ac:spMk id="14" creationId="{7FFB4D8B-A015-99DE-1715-AF6EEB595263}"/>
          </ac:spMkLst>
        </pc:spChg>
        <pc:spChg chg="add del mod">
          <ac:chgData name="Bhavani S" userId="591fa8db-8382-473b-83b4-bfc157c48d07" providerId="ADAL" clId="{03FAE40E-BB59-4E8C-8390-E1F646428F17}" dt="2025-11-13T13:22:30.667" v="917" actId="11529"/>
          <ac:spMkLst>
            <pc:docMk/>
            <pc:sldMk cId="468495947" sldId="262"/>
            <ac:spMk id="19" creationId="{4B8923F9-28C8-D827-6F9D-555738C28818}"/>
          </ac:spMkLst>
        </pc:spChg>
        <pc:spChg chg="add del mod">
          <ac:chgData name="Bhavani S" userId="591fa8db-8382-473b-83b4-bfc157c48d07" providerId="ADAL" clId="{03FAE40E-BB59-4E8C-8390-E1F646428F17}" dt="2025-11-13T13:27:13.093" v="1022" actId="478"/>
          <ac:spMkLst>
            <pc:docMk/>
            <pc:sldMk cId="468495947" sldId="262"/>
            <ac:spMk id="20" creationId="{2A9DE239-80FB-21D5-A58C-30556BDE5BC6}"/>
          </ac:spMkLst>
        </pc:spChg>
        <pc:spChg chg="add del mod">
          <ac:chgData name="Bhavani S" userId="591fa8db-8382-473b-83b4-bfc157c48d07" providerId="ADAL" clId="{03FAE40E-BB59-4E8C-8390-E1F646428F17}" dt="2025-11-13T13:27:02.694" v="1009" actId="11529"/>
          <ac:spMkLst>
            <pc:docMk/>
            <pc:sldMk cId="468495947" sldId="262"/>
            <ac:spMk id="21" creationId="{B837B784-688A-06F4-3557-848D619FA29C}"/>
          </ac:spMkLst>
        </pc:spChg>
        <pc:picChg chg="add del mod">
          <ac:chgData name="Bhavani S" userId="591fa8db-8382-473b-83b4-bfc157c48d07" providerId="ADAL" clId="{03FAE40E-BB59-4E8C-8390-E1F646428F17}" dt="2025-11-13T13:17:01.093" v="866" actId="478"/>
          <ac:picMkLst>
            <pc:docMk/>
            <pc:sldMk cId="468495947" sldId="262"/>
            <ac:picMk id="4" creationId="{2FFFC665-D23C-82B2-40BA-E001AE673B33}"/>
          </ac:picMkLst>
        </pc:picChg>
        <pc:cxnChg chg="add del mod">
          <ac:chgData name="Bhavani S" userId="591fa8db-8382-473b-83b4-bfc157c48d07" providerId="ADAL" clId="{03FAE40E-BB59-4E8C-8390-E1F646428F17}" dt="2025-11-13T13:22:33.127" v="923" actId="11529"/>
          <ac:cxnSpMkLst>
            <pc:docMk/>
            <pc:sldMk cId="468495947" sldId="262"/>
            <ac:cxnSpMk id="16" creationId="{EBA0880D-06B3-9724-F12F-1BBC0B638026}"/>
          </ac:cxnSpMkLst>
        </pc:cxnChg>
      </pc:sldChg>
      <pc:sldChg chg="addSp delSp modSp new mod">
        <pc:chgData name="Bhavani S" userId="591fa8db-8382-473b-83b4-bfc157c48d07" providerId="ADAL" clId="{03FAE40E-BB59-4E8C-8390-E1F646428F17}" dt="2025-11-13T14:25:16.135" v="1294" actId="255"/>
        <pc:sldMkLst>
          <pc:docMk/>
          <pc:sldMk cId="1892759940" sldId="263"/>
        </pc:sldMkLst>
        <pc:spChg chg="del mod">
          <ac:chgData name="Bhavani S" userId="591fa8db-8382-473b-83b4-bfc157c48d07" providerId="ADAL" clId="{03FAE40E-BB59-4E8C-8390-E1F646428F17}" dt="2025-11-13T14:11:58.538" v="1184" actId="478"/>
          <ac:spMkLst>
            <pc:docMk/>
            <pc:sldMk cId="1892759940" sldId="263"/>
            <ac:spMk id="2" creationId="{3680F0CA-FCDB-599C-713B-0DC11939893C}"/>
          </ac:spMkLst>
        </pc:spChg>
        <pc:spChg chg="del mod">
          <ac:chgData name="Bhavani S" userId="591fa8db-8382-473b-83b4-bfc157c48d07" providerId="ADAL" clId="{03FAE40E-BB59-4E8C-8390-E1F646428F17}" dt="2025-11-13T14:11:58.538" v="1184" actId="478"/>
          <ac:spMkLst>
            <pc:docMk/>
            <pc:sldMk cId="1892759940" sldId="263"/>
            <ac:spMk id="3" creationId="{BC62BF34-9622-227F-DD2E-BE503171C523}"/>
          </ac:spMkLst>
        </pc:spChg>
        <pc:spChg chg="add del mod">
          <ac:chgData name="Bhavani S" userId="591fa8db-8382-473b-83b4-bfc157c48d07" providerId="ADAL" clId="{03FAE40E-BB59-4E8C-8390-E1F646428F17}" dt="2025-11-13T14:12:01.089" v="1185" actId="478"/>
          <ac:spMkLst>
            <pc:docMk/>
            <pc:sldMk cId="1892759940" sldId="263"/>
            <ac:spMk id="7" creationId="{5A08F5A4-CC7D-A02A-689A-385C814A18FC}"/>
          </ac:spMkLst>
        </pc:spChg>
        <pc:spChg chg="add del mod">
          <ac:chgData name="Bhavani S" userId="591fa8db-8382-473b-83b4-bfc157c48d07" providerId="ADAL" clId="{03FAE40E-BB59-4E8C-8390-E1F646428F17}" dt="2025-11-13T14:12:01.089" v="1185" actId="478"/>
          <ac:spMkLst>
            <pc:docMk/>
            <pc:sldMk cId="1892759940" sldId="263"/>
            <ac:spMk id="9" creationId="{07471E55-7FF1-2B2A-8883-83EAE673405E}"/>
          </ac:spMkLst>
        </pc:spChg>
        <pc:spChg chg="add del mod">
          <ac:chgData name="Bhavani S" userId="591fa8db-8382-473b-83b4-bfc157c48d07" providerId="ADAL" clId="{03FAE40E-BB59-4E8C-8390-E1F646428F17}" dt="2025-11-13T14:16:27.254" v="1241" actId="478"/>
          <ac:spMkLst>
            <pc:docMk/>
            <pc:sldMk cId="1892759940" sldId="263"/>
            <ac:spMk id="10" creationId="{8151F474-A449-8B94-1009-0567E04AECD2}"/>
          </ac:spMkLst>
        </pc:spChg>
        <pc:spChg chg="del mod">
          <ac:chgData name="Bhavani S" userId="591fa8db-8382-473b-83b4-bfc157c48d07" providerId="ADAL" clId="{03FAE40E-BB59-4E8C-8390-E1F646428F17}" dt="2025-11-13T14:12:25.043" v="1190" actId="478"/>
          <ac:spMkLst>
            <pc:docMk/>
            <pc:sldMk cId="1892759940" sldId="263"/>
            <ac:spMk id="11" creationId="{03D6C1DD-3B6A-2838-2519-03549B1725E3}"/>
          </ac:spMkLst>
        </pc:spChg>
        <pc:spChg chg="add del mod">
          <ac:chgData name="Bhavani S" userId="591fa8db-8382-473b-83b4-bfc157c48d07" providerId="ADAL" clId="{03FAE40E-BB59-4E8C-8390-E1F646428F17}" dt="2025-11-13T14:16:27.254" v="1241" actId="478"/>
          <ac:spMkLst>
            <pc:docMk/>
            <pc:sldMk cId="1892759940" sldId="263"/>
            <ac:spMk id="12" creationId="{AC78A093-366E-A96F-AF3A-CA74F80AAC87}"/>
          </ac:spMkLst>
        </pc:spChg>
        <pc:spChg chg="mod">
          <ac:chgData name="Bhavani S" userId="591fa8db-8382-473b-83b4-bfc157c48d07" providerId="ADAL" clId="{03FAE40E-BB59-4E8C-8390-E1F646428F17}" dt="2025-11-13T14:14:31.303" v="1223" actId="20577"/>
          <ac:spMkLst>
            <pc:docMk/>
            <pc:sldMk cId="1892759940" sldId="263"/>
            <ac:spMk id="13" creationId="{1276A146-F0C0-4984-2B93-770D41CFF2D8}"/>
          </ac:spMkLst>
        </pc:spChg>
        <pc:spChg chg="mod">
          <ac:chgData name="Bhavani S" userId="591fa8db-8382-473b-83b4-bfc157c48d07" providerId="ADAL" clId="{03FAE40E-BB59-4E8C-8390-E1F646428F17}" dt="2025-11-13T14:15:08.379" v="1230" actId="13926"/>
          <ac:spMkLst>
            <pc:docMk/>
            <pc:sldMk cId="1892759940" sldId="263"/>
            <ac:spMk id="14" creationId="{C2806793-EFD4-9E07-53D1-291EA3EAA05B}"/>
          </ac:spMkLst>
        </pc:spChg>
        <pc:spChg chg="add del mod">
          <ac:chgData name="Bhavani S" userId="591fa8db-8382-473b-83b4-bfc157c48d07" providerId="ADAL" clId="{03FAE40E-BB59-4E8C-8390-E1F646428F17}" dt="2025-11-13T14:16:27.254" v="1241" actId="478"/>
          <ac:spMkLst>
            <pc:docMk/>
            <pc:sldMk cId="1892759940" sldId="263"/>
            <ac:spMk id="15" creationId="{72E278CF-A1E8-AD98-E84C-A72A02868E26}"/>
          </ac:spMkLst>
        </pc:spChg>
        <pc:spChg chg="add del mod">
          <ac:chgData name="Bhavani S" userId="591fa8db-8382-473b-83b4-bfc157c48d07" providerId="ADAL" clId="{03FAE40E-BB59-4E8C-8390-E1F646428F17}" dt="2025-11-13T14:16:27.254" v="1241" actId="478"/>
          <ac:spMkLst>
            <pc:docMk/>
            <pc:sldMk cId="1892759940" sldId="263"/>
            <ac:spMk id="16" creationId="{8E2A5844-24C7-E46B-054A-95638537AA9E}"/>
          </ac:spMkLst>
        </pc:spChg>
        <pc:spChg chg="mod">
          <ac:chgData name="Bhavani S" userId="591fa8db-8382-473b-83b4-bfc157c48d07" providerId="ADAL" clId="{03FAE40E-BB59-4E8C-8390-E1F646428F17}" dt="2025-11-13T14:12:18.217" v="1188" actId="1076"/>
          <ac:spMkLst>
            <pc:docMk/>
            <pc:sldMk cId="1892759940" sldId="263"/>
            <ac:spMk id="18" creationId="{E9361A7E-5433-57DA-41AE-D1E20B1A9782}"/>
          </ac:spMkLst>
        </pc:spChg>
        <pc:spChg chg="add del mod">
          <ac:chgData name="Bhavani S" userId="591fa8db-8382-473b-83b4-bfc157c48d07" providerId="ADAL" clId="{03FAE40E-BB59-4E8C-8390-E1F646428F17}" dt="2025-11-13T14:16:27.254" v="1241" actId="478"/>
          <ac:spMkLst>
            <pc:docMk/>
            <pc:sldMk cId="1892759940" sldId="263"/>
            <ac:spMk id="19" creationId="{FFEAD7CD-FA9D-90ED-5D1C-6C6146322236}"/>
          </ac:spMkLst>
        </pc:spChg>
        <pc:spChg chg="mod">
          <ac:chgData name="Bhavani S" userId="591fa8db-8382-473b-83b4-bfc157c48d07" providerId="ADAL" clId="{03FAE40E-BB59-4E8C-8390-E1F646428F17}" dt="2025-11-13T14:14:30.778" v="1221" actId="20577"/>
          <ac:spMkLst>
            <pc:docMk/>
            <pc:sldMk cId="1892759940" sldId="263"/>
            <ac:spMk id="20" creationId="{4CA9FA59-0C5A-BA4E-DF21-45E391CEE01C}"/>
          </ac:spMkLst>
        </pc:spChg>
        <pc:spChg chg="mod">
          <ac:chgData name="Bhavani S" userId="591fa8db-8382-473b-83b4-bfc157c48d07" providerId="ADAL" clId="{03FAE40E-BB59-4E8C-8390-E1F646428F17}" dt="2025-11-13T14:12:18.217" v="1188" actId="1076"/>
          <ac:spMkLst>
            <pc:docMk/>
            <pc:sldMk cId="1892759940" sldId="263"/>
            <ac:spMk id="21" creationId="{92A2CBFE-BCCB-5B9A-3B7C-23F944F9CB4A}"/>
          </ac:spMkLst>
        </pc:spChg>
        <pc:spChg chg="mod">
          <ac:chgData name="Bhavani S" userId="591fa8db-8382-473b-83b4-bfc157c48d07" providerId="ADAL" clId="{03FAE40E-BB59-4E8C-8390-E1F646428F17}" dt="2025-11-13T14:12:18.217" v="1188" actId="1076"/>
          <ac:spMkLst>
            <pc:docMk/>
            <pc:sldMk cId="1892759940" sldId="263"/>
            <ac:spMk id="22" creationId="{82C22829-B2B7-952E-D1DE-ED8A119E341C}"/>
          </ac:spMkLst>
        </pc:spChg>
        <pc:spChg chg="add del mod">
          <ac:chgData name="Bhavani S" userId="591fa8db-8382-473b-83b4-bfc157c48d07" providerId="ADAL" clId="{03FAE40E-BB59-4E8C-8390-E1F646428F17}" dt="2025-11-13T14:16:27.254" v="1241" actId="478"/>
          <ac:spMkLst>
            <pc:docMk/>
            <pc:sldMk cId="1892759940" sldId="263"/>
            <ac:spMk id="23" creationId="{0AE0D525-6DC5-18E7-A5AB-F29A1FC0D26E}"/>
          </ac:spMkLst>
        </pc:spChg>
        <pc:spChg chg="add del mod">
          <ac:chgData name="Bhavani S" userId="591fa8db-8382-473b-83b4-bfc157c48d07" providerId="ADAL" clId="{03FAE40E-BB59-4E8C-8390-E1F646428F17}" dt="2025-11-13T14:16:27.254" v="1241" actId="478"/>
          <ac:spMkLst>
            <pc:docMk/>
            <pc:sldMk cId="1892759940" sldId="263"/>
            <ac:spMk id="24" creationId="{91B18F16-E405-EE07-A9E6-19E681B9A619}"/>
          </ac:spMkLst>
        </pc:spChg>
        <pc:spChg chg="mod">
          <ac:chgData name="Bhavani S" userId="591fa8db-8382-473b-83b4-bfc157c48d07" providerId="ADAL" clId="{03FAE40E-BB59-4E8C-8390-E1F646428F17}" dt="2025-11-13T14:15:31.598" v="1231" actId="1076"/>
          <ac:spMkLst>
            <pc:docMk/>
            <pc:sldMk cId="1892759940" sldId="263"/>
            <ac:spMk id="25" creationId="{5E98AD32-E33F-07EC-12B8-86678827576A}"/>
          </ac:spMkLst>
        </pc:spChg>
        <pc:spChg chg="add del mod">
          <ac:chgData name="Bhavani S" userId="591fa8db-8382-473b-83b4-bfc157c48d07" providerId="ADAL" clId="{03FAE40E-BB59-4E8C-8390-E1F646428F17}" dt="2025-11-13T14:16:27.254" v="1241" actId="478"/>
          <ac:spMkLst>
            <pc:docMk/>
            <pc:sldMk cId="1892759940" sldId="263"/>
            <ac:spMk id="26" creationId="{C4CAE223-33FC-E1FC-DBCA-3356966BB456}"/>
          </ac:spMkLst>
        </pc:spChg>
        <pc:spChg chg="mod">
          <ac:chgData name="Bhavani S" userId="591fa8db-8382-473b-83b4-bfc157c48d07" providerId="ADAL" clId="{03FAE40E-BB59-4E8C-8390-E1F646428F17}" dt="2025-11-13T14:14:30.197" v="1219" actId="20577"/>
          <ac:spMkLst>
            <pc:docMk/>
            <pc:sldMk cId="1892759940" sldId="263"/>
            <ac:spMk id="27" creationId="{5A61440F-FB9F-FCDA-EA56-73D4CF50BD6E}"/>
          </ac:spMkLst>
        </pc:spChg>
        <pc:spChg chg="add del mod">
          <ac:chgData name="Bhavani S" userId="591fa8db-8382-473b-83b4-bfc157c48d07" providerId="ADAL" clId="{03FAE40E-BB59-4E8C-8390-E1F646428F17}" dt="2025-11-13T14:16:27.254" v="1241" actId="478"/>
          <ac:spMkLst>
            <pc:docMk/>
            <pc:sldMk cId="1892759940" sldId="263"/>
            <ac:spMk id="28" creationId="{331164EB-CE03-2EFD-CA56-ABA32253CDD9}"/>
          </ac:spMkLst>
        </pc:spChg>
        <pc:spChg chg="add del mod">
          <ac:chgData name="Bhavani S" userId="591fa8db-8382-473b-83b4-bfc157c48d07" providerId="ADAL" clId="{03FAE40E-BB59-4E8C-8390-E1F646428F17}" dt="2025-11-13T14:16:27.254" v="1241" actId="478"/>
          <ac:spMkLst>
            <pc:docMk/>
            <pc:sldMk cId="1892759940" sldId="263"/>
            <ac:spMk id="29" creationId="{42088056-9ABA-AA41-CE69-80E000F567DD}"/>
          </ac:spMkLst>
        </pc:spChg>
        <pc:spChg chg="mod">
          <ac:chgData name="Bhavani S" userId="591fa8db-8382-473b-83b4-bfc157c48d07" providerId="ADAL" clId="{03FAE40E-BB59-4E8C-8390-E1F646428F17}" dt="2025-11-13T14:12:18.217" v="1188" actId="1076"/>
          <ac:spMkLst>
            <pc:docMk/>
            <pc:sldMk cId="1892759940" sldId="263"/>
            <ac:spMk id="32" creationId="{1070D840-E128-5574-5875-ACF461660819}"/>
          </ac:spMkLst>
        </pc:spChg>
        <pc:spChg chg="del">
          <ac:chgData name="Bhavani S" userId="591fa8db-8382-473b-83b4-bfc157c48d07" providerId="ADAL" clId="{03FAE40E-BB59-4E8C-8390-E1F646428F17}" dt="2025-11-13T14:17:03.974" v="1242" actId="478"/>
          <ac:spMkLst>
            <pc:docMk/>
            <pc:sldMk cId="1892759940" sldId="263"/>
            <ac:spMk id="34" creationId="{95585427-74E6-BFBD-87CD-93C616CE05BC}"/>
          </ac:spMkLst>
        </pc:spChg>
        <pc:spChg chg="add mod">
          <ac:chgData name="Bhavani S" userId="591fa8db-8382-473b-83b4-bfc157c48d07" providerId="ADAL" clId="{03FAE40E-BB59-4E8C-8390-E1F646428F17}" dt="2025-11-13T14:25:16.135" v="1294" actId="255"/>
          <ac:spMkLst>
            <pc:docMk/>
            <pc:sldMk cId="1892759940" sldId="263"/>
            <ac:spMk id="35" creationId="{35D11835-4B96-1990-3253-1DA296559773}"/>
          </ac:spMkLst>
        </pc:spChg>
        <pc:spChg chg="add del mod">
          <ac:chgData name="Bhavani S" userId="591fa8db-8382-473b-83b4-bfc157c48d07" providerId="ADAL" clId="{03FAE40E-BB59-4E8C-8390-E1F646428F17}" dt="2025-11-13T14:17:22.319" v="1246" actId="478"/>
          <ac:spMkLst>
            <pc:docMk/>
            <pc:sldMk cId="1892759940" sldId="263"/>
            <ac:spMk id="36" creationId="{BE5405A7-5B2B-D025-4318-3DBDA0C45E1C}"/>
          </ac:spMkLst>
        </pc:spChg>
        <pc:spChg chg="add mod">
          <ac:chgData name="Bhavani S" userId="591fa8db-8382-473b-83b4-bfc157c48d07" providerId="ADAL" clId="{03FAE40E-BB59-4E8C-8390-E1F646428F17}" dt="2025-11-13T14:18:58.551" v="1256" actId="255"/>
          <ac:spMkLst>
            <pc:docMk/>
            <pc:sldMk cId="1892759940" sldId="263"/>
            <ac:spMk id="37" creationId="{C56364A7-59D8-49F5-D5C2-7A93CC124D79}"/>
          </ac:spMkLst>
        </pc:spChg>
        <pc:spChg chg="mod">
          <ac:chgData name="Bhavani S" userId="591fa8db-8382-473b-83b4-bfc157c48d07" providerId="ADAL" clId="{03FAE40E-BB59-4E8C-8390-E1F646428F17}" dt="2025-11-13T14:21:08.249" v="1262" actId="13926"/>
          <ac:spMkLst>
            <pc:docMk/>
            <pc:sldMk cId="1892759940" sldId="263"/>
            <ac:spMk id="38" creationId="{161FB3BD-49C5-FB42-7846-A74C7125D323}"/>
          </ac:spMkLst>
        </pc:spChg>
        <pc:spChg chg="add mod">
          <ac:chgData name="Bhavani S" userId="591fa8db-8382-473b-83b4-bfc157c48d07" providerId="ADAL" clId="{03FAE40E-BB59-4E8C-8390-E1F646428F17}" dt="2025-11-13T14:23:40.067" v="1275" actId="1076"/>
          <ac:spMkLst>
            <pc:docMk/>
            <pc:sldMk cId="1892759940" sldId="263"/>
            <ac:spMk id="39" creationId="{5EE3707A-CD69-03D4-457B-E344717BA9B0}"/>
          </ac:spMkLst>
        </pc:spChg>
        <pc:spChg chg="add mod">
          <ac:chgData name="Bhavani S" userId="591fa8db-8382-473b-83b4-bfc157c48d07" providerId="ADAL" clId="{03FAE40E-BB59-4E8C-8390-E1F646428F17}" dt="2025-11-13T14:24:24.417" v="1288" actId="13926"/>
          <ac:spMkLst>
            <pc:docMk/>
            <pc:sldMk cId="1892759940" sldId="263"/>
            <ac:spMk id="40" creationId="{CBE18B7A-0ED2-5930-345C-0C78BBDA3E85}"/>
          </ac:spMkLst>
        </pc:spChg>
        <pc:spChg chg="add mod">
          <ac:chgData name="Bhavani S" userId="591fa8db-8382-473b-83b4-bfc157c48d07" providerId="ADAL" clId="{03FAE40E-BB59-4E8C-8390-E1F646428F17}" dt="2025-11-13T14:17:59.986" v="1252" actId="1076"/>
          <ac:spMkLst>
            <pc:docMk/>
            <pc:sldMk cId="1892759940" sldId="263"/>
            <ac:spMk id="41" creationId="{C689DB4E-0759-B827-CAA2-4D98AABF83A6}"/>
          </ac:spMkLst>
        </pc:spChg>
        <pc:spChg chg="add mod">
          <ac:chgData name="Bhavani S" userId="591fa8db-8382-473b-83b4-bfc157c48d07" providerId="ADAL" clId="{03FAE40E-BB59-4E8C-8390-E1F646428F17}" dt="2025-11-13T14:19:33.835" v="1259"/>
          <ac:spMkLst>
            <pc:docMk/>
            <pc:sldMk cId="1892759940" sldId="263"/>
            <ac:spMk id="43" creationId="{4F17FC35-57D3-F58E-2D86-F4EB2AACC43B}"/>
          </ac:spMkLst>
        </pc:spChg>
        <pc:spChg chg="add mod">
          <ac:chgData name="Bhavani S" userId="591fa8db-8382-473b-83b4-bfc157c48d07" providerId="ADAL" clId="{03FAE40E-BB59-4E8C-8390-E1F646428F17}" dt="2025-11-13T14:24:19.498" v="1287" actId="13926"/>
          <ac:spMkLst>
            <pc:docMk/>
            <pc:sldMk cId="1892759940" sldId="263"/>
            <ac:spMk id="46" creationId="{C112698C-936B-9C40-53E2-0597BAD355C6}"/>
          </ac:spMkLst>
        </pc:spChg>
        <pc:spChg chg="mod">
          <ac:chgData name="Bhavani S" userId="591fa8db-8382-473b-83b4-bfc157c48d07" providerId="ADAL" clId="{03FAE40E-BB59-4E8C-8390-E1F646428F17}" dt="2025-11-13T14:24:48.742" v="1292" actId="13926"/>
          <ac:spMkLst>
            <pc:docMk/>
            <pc:sldMk cId="1892759940" sldId="263"/>
            <ac:spMk id="48" creationId="{95448884-4CFE-E5F2-F066-E488DD0379FA}"/>
          </ac:spMkLst>
        </pc:spChg>
        <pc:spChg chg="mod">
          <ac:chgData name="Bhavani S" userId="591fa8db-8382-473b-83b4-bfc157c48d07" providerId="ADAL" clId="{03FAE40E-BB59-4E8C-8390-E1F646428F17}" dt="2025-11-13T14:19:48.729" v="1260"/>
          <ac:spMkLst>
            <pc:docMk/>
            <pc:sldMk cId="1892759940" sldId="263"/>
            <ac:spMk id="49" creationId="{603DAB08-5A91-06C9-1140-7823AB0A5259}"/>
          </ac:spMkLst>
        </pc:spChg>
        <pc:spChg chg="mod">
          <ac:chgData name="Bhavani S" userId="591fa8db-8382-473b-83b4-bfc157c48d07" providerId="ADAL" clId="{03FAE40E-BB59-4E8C-8390-E1F646428F17}" dt="2025-11-13T14:17:59.986" v="1252" actId="1076"/>
          <ac:spMkLst>
            <pc:docMk/>
            <pc:sldMk cId="1892759940" sldId="263"/>
            <ac:spMk id="50" creationId="{A47C502F-FB05-BFA1-4416-AEE44FDE9FE7}"/>
          </ac:spMkLst>
        </pc:spChg>
        <pc:spChg chg="add mod">
          <ac:chgData name="Bhavani S" userId="591fa8db-8382-473b-83b4-bfc157c48d07" providerId="ADAL" clId="{03FAE40E-BB59-4E8C-8390-E1F646428F17}" dt="2025-11-13T14:17:59.986" v="1252" actId="1076"/>
          <ac:spMkLst>
            <pc:docMk/>
            <pc:sldMk cId="1892759940" sldId="263"/>
            <ac:spMk id="51" creationId="{2F371A2E-CB04-F922-E3B6-20FE674A7BEA}"/>
          </ac:spMkLst>
        </pc:spChg>
        <pc:spChg chg="add mod">
          <ac:chgData name="Bhavani S" userId="591fa8db-8382-473b-83b4-bfc157c48d07" providerId="ADAL" clId="{03FAE40E-BB59-4E8C-8390-E1F646428F17}" dt="2025-11-13T14:24:30.064" v="1290" actId="13926"/>
          <ac:spMkLst>
            <pc:docMk/>
            <pc:sldMk cId="1892759940" sldId="263"/>
            <ac:spMk id="52" creationId="{63ECB3BA-1930-2AC0-1D96-E0BB1B181D6B}"/>
          </ac:spMkLst>
        </pc:spChg>
        <pc:picChg chg="add del mod">
          <ac:chgData name="Bhavani S" userId="591fa8db-8382-473b-83b4-bfc157c48d07" providerId="ADAL" clId="{03FAE40E-BB59-4E8C-8390-E1F646428F17}" dt="2025-11-13T14:11:58.538" v="1184" actId="478"/>
          <ac:picMkLst>
            <pc:docMk/>
            <pc:sldMk cId="1892759940" sldId="263"/>
            <ac:picMk id="5" creationId="{3CA2CC1F-F320-C5A3-832A-9B74B546509C}"/>
          </ac:picMkLst>
        </pc:picChg>
        <pc:picChg chg="add mod">
          <ac:chgData name="Bhavani S" userId="591fa8db-8382-473b-83b4-bfc157c48d07" providerId="ADAL" clId="{03FAE40E-BB59-4E8C-8390-E1F646428F17}" dt="2025-11-13T14:24:07.130" v="1284" actId="1076"/>
          <ac:picMkLst>
            <pc:docMk/>
            <pc:sldMk cId="1892759940" sldId="263"/>
            <ac:picMk id="55" creationId="{A88C30E1-18B5-0394-8B35-3EDEC2E69CDC}"/>
          </ac:picMkLst>
        </pc:picChg>
      </pc:sldChg>
      <pc:sldChg chg="modSp new del mod">
        <pc:chgData name="Bhavani S" userId="591fa8db-8382-473b-83b4-bfc157c48d07" providerId="ADAL" clId="{03FAE40E-BB59-4E8C-8390-E1F646428F17}" dt="2025-11-13T14:37:14.219" v="1332" actId="2696"/>
        <pc:sldMkLst>
          <pc:docMk/>
          <pc:sldMk cId="344888226" sldId="264"/>
        </pc:sldMkLst>
      </pc:sldChg>
      <pc:sldChg chg="addSp delSp modSp new mod setBg setClrOvrMap">
        <pc:chgData name="Bhavani S" userId="591fa8db-8382-473b-83b4-bfc157c48d07" providerId="ADAL" clId="{03FAE40E-BB59-4E8C-8390-E1F646428F17}" dt="2025-11-13T14:33:00.405" v="1304" actId="26606"/>
        <pc:sldMkLst>
          <pc:docMk/>
          <pc:sldMk cId="524699796" sldId="265"/>
        </pc:sldMkLst>
        <pc:spChg chg="add mod">
          <ac:chgData name="Bhavani S" userId="591fa8db-8382-473b-83b4-bfc157c48d07" providerId="ADAL" clId="{03FAE40E-BB59-4E8C-8390-E1F646428F17}" dt="2025-11-13T14:33:00.405" v="1304" actId="26606"/>
          <ac:spMkLst>
            <pc:docMk/>
            <pc:sldMk cId="524699796" sldId="265"/>
            <ac:spMk id="2" creationId="{89E7142A-8747-EFAB-91ED-A144E2961E22}"/>
          </ac:spMkLst>
        </pc:spChg>
        <pc:spChg chg="add mod">
          <ac:chgData name="Bhavani S" userId="591fa8db-8382-473b-83b4-bfc157c48d07" providerId="ADAL" clId="{03FAE40E-BB59-4E8C-8390-E1F646428F17}" dt="2025-11-13T14:33:00.405" v="1304" actId="26606"/>
          <ac:spMkLst>
            <pc:docMk/>
            <pc:sldMk cId="524699796" sldId="265"/>
            <ac:spMk id="3" creationId="{9DF49C0A-EF92-BAC9-AAFC-8BFC10BC8648}"/>
          </ac:spMkLst>
        </pc:spChg>
        <pc:spChg chg="add">
          <ac:chgData name="Bhavani S" userId="591fa8db-8382-473b-83b4-bfc157c48d07" providerId="ADAL" clId="{03FAE40E-BB59-4E8C-8390-E1F646428F17}" dt="2025-11-13T14:33:00.405" v="1304" actId="26606"/>
          <ac:spMkLst>
            <pc:docMk/>
            <pc:sldMk cId="524699796" sldId="265"/>
            <ac:spMk id="2055" creationId="{F5F28DF4-08D5-4BC4-84A1-C0DCA66F483F}"/>
          </ac:spMkLst>
        </pc:spChg>
        <pc:spChg chg="add">
          <ac:chgData name="Bhavani S" userId="591fa8db-8382-473b-83b4-bfc157c48d07" providerId="ADAL" clId="{03FAE40E-BB59-4E8C-8390-E1F646428F17}" dt="2025-11-13T14:33:00.405" v="1304" actId="26606"/>
          <ac:spMkLst>
            <pc:docMk/>
            <pc:sldMk cId="524699796" sldId="265"/>
            <ac:spMk id="2057" creationId="{89AE0452-FADF-4CC9-8A9B-B5393D499F44}"/>
          </ac:spMkLst>
        </pc:spChg>
        <pc:picChg chg="add del mod">
          <ac:chgData name="Bhavani S" userId="591fa8db-8382-473b-83b4-bfc157c48d07" providerId="ADAL" clId="{03FAE40E-BB59-4E8C-8390-E1F646428F17}" dt="2025-11-13T05:47:13.272" v="398" actId="478"/>
          <ac:picMkLst>
            <pc:docMk/>
            <pc:sldMk cId="524699796" sldId="265"/>
            <ac:picMk id="5" creationId="{E14DF53E-BBDD-52B7-A35F-4FA1A4595C1E}"/>
          </ac:picMkLst>
        </pc:picChg>
        <pc:picChg chg="add del mod">
          <ac:chgData name="Bhavani S" userId="591fa8db-8382-473b-83b4-bfc157c48d07" providerId="ADAL" clId="{03FAE40E-BB59-4E8C-8390-E1F646428F17}" dt="2025-11-13T14:32:28.872" v="1300" actId="478"/>
          <ac:picMkLst>
            <pc:docMk/>
            <pc:sldMk cId="524699796" sldId="265"/>
            <ac:picMk id="7" creationId="{A31F1F40-752D-E1C7-53A8-7E249660B886}"/>
          </ac:picMkLst>
        </pc:picChg>
        <pc:picChg chg="add mod">
          <ac:chgData name="Bhavani S" userId="591fa8db-8382-473b-83b4-bfc157c48d07" providerId="ADAL" clId="{03FAE40E-BB59-4E8C-8390-E1F646428F17}" dt="2025-11-13T14:33:00.405" v="1304" actId="26606"/>
          <ac:picMkLst>
            <pc:docMk/>
            <pc:sldMk cId="524699796" sldId="265"/>
            <ac:picMk id="2050" creationId="{7D035B4A-99AD-8214-9EEA-4F81522ECCD2}"/>
          </ac:picMkLst>
        </pc:picChg>
      </pc:sldChg>
      <pc:sldChg chg="addSp delSp modSp new del mod">
        <pc:chgData name="Bhavani S" userId="591fa8db-8382-473b-83b4-bfc157c48d07" providerId="ADAL" clId="{03FAE40E-BB59-4E8C-8390-E1F646428F17}" dt="2025-11-14T04:56:46.949" v="1403" actId="2696"/>
        <pc:sldMkLst>
          <pc:docMk/>
          <pc:sldMk cId="3766989586" sldId="266"/>
        </pc:sldMkLst>
        <pc:spChg chg="del mod">
          <ac:chgData name="Bhavani S" userId="591fa8db-8382-473b-83b4-bfc157c48d07" providerId="ADAL" clId="{03FAE40E-BB59-4E8C-8390-E1F646428F17}" dt="2025-11-14T04:45:38.772" v="1353" actId="478"/>
          <ac:spMkLst>
            <pc:docMk/>
            <pc:sldMk cId="3766989586" sldId="266"/>
            <ac:spMk id="2" creationId="{3BA4E3B1-54DA-8396-D1BC-A007AA28B541}"/>
          </ac:spMkLst>
        </pc:spChg>
        <pc:spChg chg="del mod">
          <ac:chgData name="Bhavani S" userId="591fa8db-8382-473b-83b4-bfc157c48d07" providerId="ADAL" clId="{03FAE40E-BB59-4E8C-8390-E1F646428F17}" dt="2025-11-14T04:45:38.772" v="1353" actId="478"/>
          <ac:spMkLst>
            <pc:docMk/>
            <pc:sldMk cId="3766989586" sldId="266"/>
            <ac:spMk id="3" creationId="{5FB69E54-A3ED-0454-7508-7DB9E3B972F8}"/>
          </ac:spMkLst>
        </pc:spChg>
        <pc:spChg chg="del">
          <ac:chgData name="Bhavani S" userId="591fa8db-8382-473b-83b4-bfc157c48d07" providerId="ADAL" clId="{03FAE40E-BB59-4E8C-8390-E1F646428F17}" dt="2025-11-14T04:45:38.772" v="1353" actId="478"/>
          <ac:spMkLst>
            <pc:docMk/>
            <pc:sldMk cId="3766989586" sldId="266"/>
            <ac:spMk id="4" creationId="{46FDE620-8A52-78AF-8062-ED2530762833}"/>
          </ac:spMkLst>
        </pc:spChg>
        <pc:spChg chg="del">
          <ac:chgData name="Bhavani S" userId="591fa8db-8382-473b-83b4-bfc157c48d07" providerId="ADAL" clId="{03FAE40E-BB59-4E8C-8390-E1F646428F17}" dt="2025-11-14T04:45:38.772" v="1353" actId="478"/>
          <ac:spMkLst>
            <pc:docMk/>
            <pc:sldMk cId="3766989586" sldId="266"/>
            <ac:spMk id="5" creationId="{5C1D56DD-2FAB-5711-1B30-122A21978C12}"/>
          </ac:spMkLst>
        </pc:spChg>
        <pc:spChg chg="del">
          <ac:chgData name="Bhavani S" userId="591fa8db-8382-473b-83b4-bfc157c48d07" providerId="ADAL" clId="{03FAE40E-BB59-4E8C-8390-E1F646428F17}" dt="2025-11-14T04:45:38.772" v="1353" actId="478"/>
          <ac:spMkLst>
            <pc:docMk/>
            <pc:sldMk cId="3766989586" sldId="266"/>
            <ac:spMk id="6" creationId="{3D88D874-7464-CA80-E03A-5D2158E82266}"/>
          </ac:spMkLst>
        </pc:spChg>
        <pc:spChg chg="add del mod">
          <ac:chgData name="Bhavani S" userId="591fa8db-8382-473b-83b4-bfc157c48d07" providerId="ADAL" clId="{03FAE40E-BB59-4E8C-8390-E1F646428F17}" dt="2025-11-14T04:45:40.450" v="1354" actId="478"/>
          <ac:spMkLst>
            <pc:docMk/>
            <pc:sldMk cId="3766989586" sldId="266"/>
            <ac:spMk id="9" creationId="{227AA515-9EC9-4D76-FB05-3BE6D7632C21}"/>
          </ac:spMkLst>
        </pc:spChg>
        <pc:spChg chg="add del mod">
          <ac:chgData name="Bhavani S" userId="591fa8db-8382-473b-83b4-bfc157c48d07" providerId="ADAL" clId="{03FAE40E-BB59-4E8C-8390-E1F646428F17}" dt="2025-11-14T04:45:40.450" v="1354" actId="478"/>
          <ac:spMkLst>
            <pc:docMk/>
            <pc:sldMk cId="3766989586" sldId="266"/>
            <ac:spMk id="11" creationId="{2C509C87-61CF-AD36-8F98-B71F44D683FA}"/>
          </ac:spMkLst>
        </pc:spChg>
        <pc:spChg chg="add mod">
          <ac:chgData name="Bhavani S" userId="591fa8db-8382-473b-83b4-bfc157c48d07" providerId="ADAL" clId="{03FAE40E-BB59-4E8C-8390-E1F646428F17}" dt="2025-11-14T04:45:44.344" v="1355"/>
          <ac:spMkLst>
            <pc:docMk/>
            <pc:sldMk cId="3766989586" sldId="266"/>
            <ac:spMk id="14" creationId="{A5D45360-C067-897F-9DA2-E66F1DEAFD73}"/>
          </ac:spMkLst>
        </pc:spChg>
        <pc:spChg chg="add mod">
          <ac:chgData name="Bhavani S" userId="591fa8db-8382-473b-83b4-bfc157c48d07" providerId="ADAL" clId="{03FAE40E-BB59-4E8C-8390-E1F646428F17}" dt="2025-11-14T04:45:44.344" v="1355"/>
          <ac:spMkLst>
            <pc:docMk/>
            <pc:sldMk cId="3766989586" sldId="266"/>
            <ac:spMk id="25" creationId="{1A1C10BE-ECD9-FE78-A1A0-A87A67F3CE25}"/>
          </ac:spMkLst>
        </pc:spChg>
        <pc:spChg chg="add mod">
          <ac:chgData name="Bhavani S" userId="591fa8db-8382-473b-83b4-bfc157c48d07" providerId="ADAL" clId="{03FAE40E-BB59-4E8C-8390-E1F646428F17}" dt="2025-11-14T04:45:44.344" v="1355"/>
          <ac:spMkLst>
            <pc:docMk/>
            <pc:sldMk cId="3766989586" sldId="266"/>
            <ac:spMk id="33" creationId="{F98E98D3-0066-DF65-F891-4A539A82B1DC}"/>
          </ac:spMkLst>
        </pc:spChg>
        <pc:spChg chg="mod">
          <ac:chgData name="Bhavani S" userId="591fa8db-8382-473b-83b4-bfc157c48d07" providerId="ADAL" clId="{03FAE40E-BB59-4E8C-8390-E1F646428F17}" dt="2025-11-14T04:45:44.344" v="1355"/>
          <ac:spMkLst>
            <pc:docMk/>
            <pc:sldMk cId="3766989586" sldId="266"/>
            <ac:spMk id="60" creationId="{007467CD-7DD0-06B4-A1BE-2B85AB60F5AB}"/>
          </ac:spMkLst>
        </pc:spChg>
        <pc:spChg chg="mod">
          <ac:chgData name="Bhavani S" userId="591fa8db-8382-473b-83b4-bfc157c48d07" providerId="ADAL" clId="{03FAE40E-BB59-4E8C-8390-E1F646428F17}" dt="2025-11-14T04:45:44.344" v="1355"/>
          <ac:spMkLst>
            <pc:docMk/>
            <pc:sldMk cId="3766989586" sldId="266"/>
            <ac:spMk id="61" creationId="{22107124-8615-A42C-10F7-70CC1F1B46A7}"/>
          </ac:spMkLst>
        </pc:spChg>
        <pc:spChg chg="mod">
          <ac:chgData name="Bhavani S" userId="591fa8db-8382-473b-83b4-bfc157c48d07" providerId="ADAL" clId="{03FAE40E-BB59-4E8C-8390-E1F646428F17}" dt="2025-11-14T04:45:44.344" v="1355"/>
          <ac:spMkLst>
            <pc:docMk/>
            <pc:sldMk cId="3766989586" sldId="266"/>
            <ac:spMk id="64" creationId="{A2065EE0-0C56-F176-D1F6-684C40F0FE89}"/>
          </ac:spMkLst>
        </pc:spChg>
        <pc:spChg chg="mod">
          <ac:chgData name="Bhavani S" userId="591fa8db-8382-473b-83b4-bfc157c48d07" providerId="ADAL" clId="{03FAE40E-BB59-4E8C-8390-E1F646428F17}" dt="2025-11-14T04:45:44.344" v="1355"/>
          <ac:spMkLst>
            <pc:docMk/>
            <pc:sldMk cId="3766989586" sldId="266"/>
            <ac:spMk id="68" creationId="{ECDFF710-F720-AF7B-81A5-F3BE94B52DEC}"/>
          </ac:spMkLst>
        </pc:spChg>
        <pc:spChg chg="mod">
          <ac:chgData name="Bhavani S" userId="591fa8db-8382-473b-83b4-bfc157c48d07" providerId="ADAL" clId="{03FAE40E-BB59-4E8C-8390-E1F646428F17}" dt="2025-11-14T04:45:44.344" v="1355"/>
          <ac:spMkLst>
            <pc:docMk/>
            <pc:sldMk cId="3766989586" sldId="266"/>
            <ac:spMk id="72" creationId="{14A779F5-44F8-E2AB-B525-9EB1F7ED8BBF}"/>
          </ac:spMkLst>
        </pc:spChg>
        <pc:spChg chg="mod">
          <ac:chgData name="Bhavani S" userId="591fa8db-8382-473b-83b4-bfc157c48d07" providerId="ADAL" clId="{03FAE40E-BB59-4E8C-8390-E1F646428F17}" dt="2025-11-14T04:45:44.344" v="1355"/>
          <ac:spMkLst>
            <pc:docMk/>
            <pc:sldMk cId="3766989586" sldId="266"/>
            <ac:spMk id="75" creationId="{837AD79E-51AF-362A-7355-DBCCF00727BC}"/>
          </ac:spMkLst>
        </pc:spChg>
        <pc:spChg chg="mod">
          <ac:chgData name="Bhavani S" userId="591fa8db-8382-473b-83b4-bfc157c48d07" providerId="ADAL" clId="{03FAE40E-BB59-4E8C-8390-E1F646428F17}" dt="2025-11-14T04:45:44.344" v="1355"/>
          <ac:spMkLst>
            <pc:docMk/>
            <pc:sldMk cId="3766989586" sldId="266"/>
            <ac:spMk id="78" creationId="{531314FE-E6A4-134D-0372-86BC62048470}"/>
          </ac:spMkLst>
        </pc:spChg>
        <pc:picChg chg="add del mod">
          <ac:chgData name="Bhavani S" userId="591fa8db-8382-473b-83b4-bfc157c48d07" providerId="ADAL" clId="{03FAE40E-BB59-4E8C-8390-E1F646428F17}" dt="2025-11-14T04:45:38.772" v="1353" actId="478"/>
          <ac:picMkLst>
            <pc:docMk/>
            <pc:sldMk cId="3766989586" sldId="266"/>
            <ac:picMk id="7" creationId="{EEFD2D8B-19F8-0D4B-55AB-2F5E7030F11A}"/>
          </ac:picMkLst>
        </pc:picChg>
      </pc:sldChg>
      <pc:sldChg chg="addSp delSp modSp new add del mod">
        <pc:chgData name="Bhavani S" userId="591fa8db-8382-473b-83b4-bfc157c48d07" providerId="ADAL" clId="{03FAE40E-BB59-4E8C-8390-E1F646428F17}" dt="2025-11-14T05:20:08.222" v="1490" actId="1076"/>
        <pc:sldMkLst>
          <pc:docMk/>
          <pc:sldMk cId="2832296428" sldId="267"/>
        </pc:sldMkLst>
        <pc:spChg chg="mod">
          <ac:chgData name="Bhavani S" userId="591fa8db-8382-473b-83b4-bfc157c48d07" providerId="ADAL" clId="{03FAE40E-BB59-4E8C-8390-E1F646428F17}" dt="2025-11-14T05:20:08.222" v="1490" actId="1076"/>
          <ac:spMkLst>
            <pc:docMk/>
            <pc:sldMk cId="2832296428" sldId="267"/>
            <ac:spMk id="2" creationId="{8543FF86-BF21-97EB-8947-39396AFDAE94}"/>
          </ac:spMkLst>
        </pc:spChg>
        <pc:spChg chg="del mod">
          <ac:chgData name="Bhavani S" userId="591fa8db-8382-473b-83b4-bfc157c48d07" providerId="ADAL" clId="{03FAE40E-BB59-4E8C-8390-E1F646428F17}" dt="2025-11-14T05:12:28.497" v="1444"/>
          <ac:spMkLst>
            <pc:docMk/>
            <pc:sldMk cId="2832296428" sldId="267"/>
            <ac:spMk id="3" creationId="{58725484-2096-494C-E973-0E69E3852FF4}"/>
          </ac:spMkLst>
        </pc:spChg>
        <pc:spChg chg="add del mod">
          <ac:chgData name="Bhavani S" userId="591fa8db-8382-473b-83b4-bfc157c48d07" providerId="ADAL" clId="{03FAE40E-BB59-4E8C-8390-E1F646428F17}" dt="2025-11-14T05:11:18.112" v="1427" actId="478"/>
          <ac:spMkLst>
            <pc:docMk/>
            <pc:sldMk cId="2832296428" sldId="267"/>
            <ac:spMk id="6" creationId="{2160211F-6108-16FF-553D-B276E33DE52B}"/>
          </ac:spMkLst>
        </pc:spChg>
        <pc:spChg chg="add mod">
          <ac:chgData name="Bhavani S" userId="591fa8db-8382-473b-83b4-bfc157c48d07" providerId="ADAL" clId="{03FAE40E-BB59-4E8C-8390-E1F646428F17}" dt="2025-11-14T05:19:31.357" v="1485" actId="1076"/>
          <ac:spMkLst>
            <pc:docMk/>
            <pc:sldMk cId="2832296428" sldId="267"/>
            <ac:spMk id="7" creationId="{A28674EC-BD5D-E34F-433E-C2EAF48A0FEF}"/>
          </ac:spMkLst>
        </pc:spChg>
        <pc:spChg chg="add mod">
          <ac:chgData name="Bhavani S" userId="591fa8db-8382-473b-83b4-bfc157c48d07" providerId="ADAL" clId="{03FAE40E-BB59-4E8C-8390-E1F646428F17}" dt="2025-11-14T05:20:00.245" v="1489" actId="1076"/>
          <ac:spMkLst>
            <pc:docMk/>
            <pc:sldMk cId="2832296428" sldId="267"/>
            <ac:spMk id="8" creationId="{E4344E47-7DF7-6D2B-2E8F-B5DC4C3B1019}"/>
          </ac:spMkLst>
        </pc:spChg>
        <pc:picChg chg="add del mod">
          <ac:chgData name="Bhavani S" userId="591fa8db-8382-473b-83b4-bfc157c48d07" providerId="ADAL" clId="{03FAE40E-BB59-4E8C-8390-E1F646428F17}" dt="2025-11-14T05:19:51.613" v="1488" actId="1076"/>
          <ac:picMkLst>
            <pc:docMk/>
            <pc:sldMk cId="2832296428" sldId="267"/>
            <ac:picMk id="5" creationId="{44AC0093-CB0E-6956-F615-4538D8B5D95D}"/>
          </ac:picMkLst>
        </pc:picChg>
      </pc:sldChg>
      <pc:sldChg chg="addSp delSp modSp new mod">
        <pc:chgData name="Bhavani S" userId="591fa8db-8382-473b-83b4-bfc157c48d07" providerId="ADAL" clId="{03FAE40E-BB59-4E8C-8390-E1F646428F17}" dt="2025-11-14T05:29:58.642" v="1518" actId="14100"/>
        <pc:sldMkLst>
          <pc:docMk/>
          <pc:sldMk cId="1609258892" sldId="268"/>
        </pc:sldMkLst>
        <pc:spChg chg="mod">
          <ac:chgData name="Bhavani S" userId="591fa8db-8382-473b-83b4-bfc157c48d07" providerId="ADAL" clId="{03FAE40E-BB59-4E8C-8390-E1F646428F17}" dt="2025-11-14T05:25:36.297" v="1500" actId="26606"/>
          <ac:spMkLst>
            <pc:docMk/>
            <pc:sldMk cId="1609258892" sldId="268"/>
            <ac:spMk id="2" creationId="{A131ABA2-8EEA-A291-7CB6-1459A408BA75}"/>
          </ac:spMkLst>
        </pc:spChg>
        <pc:spChg chg="mod">
          <ac:chgData name="Bhavani S" userId="591fa8db-8382-473b-83b4-bfc157c48d07" providerId="ADAL" clId="{03FAE40E-BB59-4E8C-8390-E1F646428F17}" dt="2025-11-14T05:25:56.336" v="1502" actId="26606"/>
          <ac:spMkLst>
            <pc:docMk/>
            <pc:sldMk cId="1609258892" sldId="268"/>
            <ac:spMk id="3" creationId="{BAF69C25-A6D4-36EB-3964-9E66D1EFCD9C}"/>
          </ac:spMkLst>
        </pc:spChg>
        <pc:spChg chg="add mod">
          <ac:chgData name="Bhavani S" userId="591fa8db-8382-473b-83b4-bfc157c48d07" providerId="ADAL" clId="{03FAE40E-BB59-4E8C-8390-E1F646428F17}" dt="2025-11-14T05:15:45.490" v="1463"/>
          <ac:spMkLst>
            <pc:docMk/>
            <pc:sldMk cId="1609258892" sldId="268"/>
            <ac:spMk id="4" creationId="{BCD2E62F-9B90-C257-76F9-F4A9D0C6E1CC}"/>
          </ac:spMkLst>
        </pc:spChg>
        <pc:picChg chg="add del mod">
          <ac:chgData name="Bhavani S" userId="591fa8db-8382-473b-83b4-bfc157c48d07" providerId="ADAL" clId="{03FAE40E-BB59-4E8C-8390-E1F646428F17}" dt="2025-11-14T05:29:09.489" v="1504" actId="478"/>
          <ac:picMkLst>
            <pc:docMk/>
            <pc:sldMk cId="1609258892" sldId="268"/>
            <ac:picMk id="5" creationId="{4CCFB252-57D1-0932-892F-1D39BA7E069E}"/>
          </ac:picMkLst>
        </pc:picChg>
        <pc:picChg chg="add del mod">
          <ac:chgData name="Bhavani S" userId="591fa8db-8382-473b-83b4-bfc157c48d07" providerId="ADAL" clId="{03FAE40E-BB59-4E8C-8390-E1F646428F17}" dt="2025-11-14T05:29:26.443" v="1508" actId="21"/>
          <ac:picMkLst>
            <pc:docMk/>
            <pc:sldMk cId="1609258892" sldId="268"/>
            <ac:picMk id="6" creationId="{7B67902C-FFDE-7534-69B3-75E120CA91D9}"/>
          </ac:picMkLst>
        </pc:picChg>
        <pc:picChg chg="add mod">
          <ac:chgData name="Bhavani S" userId="591fa8db-8382-473b-83b4-bfc157c48d07" providerId="ADAL" clId="{03FAE40E-BB59-4E8C-8390-E1F646428F17}" dt="2025-11-14T05:29:58.642" v="1518" actId="14100"/>
          <ac:picMkLst>
            <pc:docMk/>
            <pc:sldMk cId="1609258892" sldId="268"/>
            <ac:picMk id="7" creationId="{75B8BA6B-13C2-0BAC-0716-39988FAA507A}"/>
          </ac:picMkLst>
        </pc:picChg>
      </pc:sldChg>
      <pc:sldChg chg="addSp modSp new add del mod">
        <pc:chgData name="Bhavani S" userId="591fa8db-8382-473b-83b4-bfc157c48d07" providerId="ADAL" clId="{03FAE40E-BB59-4E8C-8390-E1F646428F17}" dt="2025-11-14T05:17:20.644" v="1471" actId="2696"/>
        <pc:sldMkLst>
          <pc:docMk/>
          <pc:sldMk cId="1574983399" sldId="269"/>
        </pc:sldMkLst>
        <pc:spChg chg="add mod">
          <ac:chgData name="Bhavani S" userId="591fa8db-8382-473b-83b4-bfc157c48d07" providerId="ADAL" clId="{03FAE40E-BB59-4E8C-8390-E1F646428F17}" dt="2025-11-13T10:58:29.407" v="846" actId="207"/>
          <ac:spMkLst>
            <pc:docMk/>
            <pc:sldMk cId="1574983399" sldId="269"/>
            <ac:spMk id="2" creationId="{DDF504E7-6875-E6F8-6C6C-64315FDD2E83}"/>
          </ac:spMkLst>
        </pc:spChg>
        <pc:spChg chg="add mod">
          <ac:chgData name="Bhavani S" userId="591fa8db-8382-473b-83b4-bfc157c48d07" providerId="ADAL" clId="{03FAE40E-BB59-4E8C-8390-E1F646428F17}" dt="2025-11-13T10:58:20.619" v="845" actId="207"/>
          <ac:spMkLst>
            <pc:docMk/>
            <pc:sldMk cId="1574983399" sldId="269"/>
            <ac:spMk id="3" creationId="{FB9DA62B-F345-CCE7-BAB8-E713B5AB494A}"/>
          </ac:spMkLst>
        </pc:spChg>
      </pc:sldChg>
      <pc:sldChg chg="addSp delSp modSp new mod">
        <pc:chgData name="Bhavani S" userId="591fa8db-8382-473b-83b4-bfc157c48d07" providerId="ADAL" clId="{03FAE40E-BB59-4E8C-8390-E1F646428F17}" dt="2025-11-13T14:47:36.828" v="1339" actId="14100"/>
        <pc:sldMkLst>
          <pc:docMk/>
          <pc:sldMk cId="1756076158" sldId="270"/>
        </pc:sldMkLst>
        <pc:spChg chg="del mod">
          <ac:chgData name="Bhavani S" userId="591fa8db-8382-473b-83b4-bfc157c48d07" providerId="ADAL" clId="{03FAE40E-BB59-4E8C-8390-E1F646428F17}" dt="2025-11-13T08:21:57.891" v="621" actId="478"/>
          <ac:spMkLst>
            <pc:docMk/>
            <pc:sldMk cId="1756076158" sldId="270"/>
            <ac:spMk id="2" creationId="{B1FEDD1E-FFA8-95AC-D43A-15A743A89D18}"/>
          </ac:spMkLst>
        </pc:spChg>
        <pc:spChg chg="del mod">
          <ac:chgData name="Bhavani S" userId="591fa8db-8382-473b-83b4-bfc157c48d07" providerId="ADAL" clId="{03FAE40E-BB59-4E8C-8390-E1F646428F17}" dt="2025-11-13T08:21:57.891" v="621" actId="478"/>
          <ac:spMkLst>
            <pc:docMk/>
            <pc:sldMk cId="1756076158" sldId="270"/>
            <ac:spMk id="3" creationId="{04152836-C9EF-0EEF-8FF7-BAE8F4E2B7F1}"/>
          </ac:spMkLst>
        </pc:spChg>
        <pc:spChg chg="add del mod">
          <ac:chgData name="Bhavani S" userId="591fa8db-8382-473b-83b4-bfc157c48d07" providerId="ADAL" clId="{03FAE40E-BB59-4E8C-8390-E1F646428F17}" dt="2025-11-13T08:22:31.107" v="649" actId="478"/>
          <ac:spMkLst>
            <pc:docMk/>
            <pc:sldMk cId="1756076158" sldId="270"/>
            <ac:spMk id="5" creationId="{C7FA01DC-B4CD-2E1A-ACE8-CF0280A1CF28}"/>
          </ac:spMkLst>
        </pc:spChg>
        <pc:spChg chg="add del mod">
          <ac:chgData name="Bhavani S" userId="591fa8db-8382-473b-83b4-bfc157c48d07" providerId="ADAL" clId="{03FAE40E-BB59-4E8C-8390-E1F646428F17}" dt="2025-11-13T08:22:32.679" v="650" actId="478"/>
          <ac:spMkLst>
            <pc:docMk/>
            <pc:sldMk cId="1756076158" sldId="270"/>
            <ac:spMk id="7" creationId="{DE14F3F9-2ED3-DB78-36BA-B20BC4678EAC}"/>
          </ac:spMkLst>
        </pc:spChg>
        <pc:spChg chg="add mod">
          <ac:chgData name="Bhavani S" userId="591fa8db-8382-473b-83b4-bfc157c48d07" providerId="ADAL" clId="{03FAE40E-BB59-4E8C-8390-E1F646428F17}" dt="2025-11-13T08:22:24.764" v="648"/>
          <ac:spMkLst>
            <pc:docMk/>
            <pc:sldMk cId="1756076158" sldId="270"/>
            <ac:spMk id="8" creationId="{8022C1FF-3B2F-0777-95CE-519F6237C8EC}"/>
          </ac:spMkLst>
        </pc:spChg>
        <pc:spChg chg="mod">
          <ac:chgData name="Bhavani S" userId="591fa8db-8382-473b-83b4-bfc157c48d07" providerId="ADAL" clId="{03FAE40E-BB59-4E8C-8390-E1F646428F17}" dt="2025-11-13T08:22:02.767" v="622"/>
          <ac:spMkLst>
            <pc:docMk/>
            <pc:sldMk cId="1756076158" sldId="270"/>
            <ac:spMk id="11" creationId="{5ECB44D3-31DE-83CE-FD9E-34F315F0E906}"/>
          </ac:spMkLst>
        </pc:spChg>
        <pc:spChg chg="add mod">
          <ac:chgData name="Bhavani S" userId="591fa8db-8382-473b-83b4-bfc157c48d07" providerId="ADAL" clId="{03FAE40E-BB59-4E8C-8390-E1F646428F17}" dt="2025-11-13T08:22:02.767" v="622"/>
          <ac:spMkLst>
            <pc:docMk/>
            <pc:sldMk cId="1756076158" sldId="270"/>
            <ac:spMk id="13" creationId="{5A3C4762-6EB2-6C41-0FCA-80D45646AE38}"/>
          </ac:spMkLst>
        </pc:spChg>
        <pc:spChg chg="add mod">
          <ac:chgData name="Bhavani S" userId="591fa8db-8382-473b-83b4-bfc157c48d07" providerId="ADAL" clId="{03FAE40E-BB59-4E8C-8390-E1F646428F17}" dt="2025-11-13T08:22:02.767" v="622"/>
          <ac:spMkLst>
            <pc:docMk/>
            <pc:sldMk cId="1756076158" sldId="270"/>
            <ac:spMk id="17" creationId="{1D7B980E-3A29-AE30-B905-DC041FB31B12}"/>
          </ac:spMkLst>
        </pc:spChg>
        <pc:spChg chg="add mod">
          <ac:chgData name="Bhavani S" userId="591fa8db-8382-473b-83b4-bfc157c48d07" providerId="ADAL" clId="{03FAE40E-BB59-4E8C-8390-E1F646428F17}" dt="2025-11-13T08:22:02.767" v="622"/>
          <ac:spMkLst>
            <pc:docMk/>
            <pc:sldMk cId="1756076158" sldId="270"/>
            <ac:spMk id="19" creationId="{B9376189-F414-74EB-740A-7C0355F1625D}"/>
          </ac:spMkLst>
        </pc:spChg>
        <pc:spChg chg="add mod">
          <ac:chgData name="Bhavani S" userId="591fa8db-8382-473b-83b4-bfc157c48d07" providerId="ADAL" clId="{03FAE40E-BB59-4E8C-8390-E1F646428F17}" dt="2025-11-13T08:22:02.767" v="622"/>
          <ac:spMkLst>
            <pc:docMk/>
            <pc:sldMk cId="1756076158" sldId="270"/>
            <ac:spMk id="21" creationId="{B91718B0-A0FC-6AE5-A666-52AD149A21D8}"/>
          </ac:spMkLst>
        </pc:spChg>
        <pc:spChg chg="add mod">
          <ac:chgData name="Bhavani S" userId="591fa8db-8382-473b-83b4-bfc157c48d07" providerId="ADAL" clId="{03FAE40E-BB59-4E8C-8390-E1F646428F17}" dt="2025-11-13T08:22:02.767" v="622"/>
          <ac:spMkLst>
            <pc:docMk/>
            <pc:sldMk cId="1756076158" sldId="270"/>
            <ac:spMk id="23" creationId="{364E344C-8FCD-EEC4-83DC-336EFD5E37A5}"/>
          </ac:spMkLst>
        </pc:spChg>
        <pc:spChg chg="add mod">
          <ac:chgData name="Bhavani S" userId="591fa8db-8382-473b-83b4-bfc157c48d07" providerId="ADAL" clId="{03FAE40E-BB59-4E8C-8390-E1F646428F17}" dt="2025-11-13T08:22:02.767" v="622"/>
          <ac:spMkLst>
            <pc:docMk/>
            <pc:sldMk cId="1756076158" sldId="270"/>
            <ac:spMk id="24" creationId="{763452DA-1DC2-A727-ADB9-28A3A20E2435}"/>
          </ac:spMkLst>
        </pc:spChg>
        <pc:spChg chg="add mod">
          <ac:chgData name="Bhavani S" userId="591fa8db-8382-473b-83b4-bfc157c48d07" providerId="ADAL" clId="{03FAE40E-BB59-4E8C-8390-E1F646428F17}" dt="2025-11-13T08:22:02.767" v="622"/>
          <ac:spMkLst>
            <pc:docMk/>
            <pc:sldMk cId="1756076158" sldId="270"/>
            <ac:spMk id="26" creationId="{92DBF3EA-2AA0-547B-4A50-3DFAE51FCC62}"/>
          </ac:spMkLst>
        </pc:spChg>
        <pc:spChg chg="add mod">
          <ac:chgData name="Bhavani S" userId="591fa8db-8382-473b-83b4-bfc157c48d07" providerId="ADAL" clId="{03FAE40E-BB59-4E8C-8390-E1F646428F17}" dt="2025-11-13T08:22:02.767" v="622"/>
          <ac:spMkLst>
            <pc:docMk/>
            <pc:sldMk cId="1756076158" sldId="270"/>
            <ac:spMk id="28" creationId="{CEBAE4DA-9ADC-B1D4-91F8-E4CA5823B921}"/>
          </ac:spMkLst>
        </pc:spChg>
        <pc:spChg chg="add del">
          <ac:chgData name="Bhavani S" userId="591fa8db-8382-473b-83b4-bfc157c48d07" providerId="ADAL" clId="{03FAE40E-BB59-4E8C-8390-E1F646428F17}" dt="2025-11-13T08:22:38.212" v="652" actId="22"/>
          <ac:spMkLst>
            <pc:docMk/>
            <pc:sldMk cId="1756076158" sldId="270"/>
            <ac:spMk id="30" creationId="{572139F8-4EDE-05F4-FE7E-50A9F21F6E59}"/>
          </ac:spMkLst>
        </pc:spChg>
        <pc:spChg chg="add mod">
          <ac:chgData name="Bhavani S" userId="591fa8db-8382-473b-83b4-bfc157c48d07" providerId="ADAL" clId="{03FAE40E-BB59-4E8C-8390-E1F646428F17}" dt="2025-11-13T08:23:04.887" v="656" actId="255"/>
          <ac:spMkLst>
            <pc:docMk/>
            <pc:sldMk cId="1756076158" sldId="270"/>
            <ac:spMk id="31" creationId="{77853FDF-175F-67C3-0F18-AD9EAFD78AB0}"/>
          </ac:spMkLst>
        </pc:spChg>
        <pc:spChg chg="del mod">
          <ac:chgData name="Bhavani S" userId="591fa8db-8382-473b-83b4-bfc157c48d07" providerId="ADAL" clId="{03FAE40E-BB59-4E8C-8390-E1F646428F17}" dt="2025-11-13T08:23:14.186" v="658" actId="478"/>
          <ac:spMkLst>
            <pc:docMk/>
            <pc:sldMk cId="1756076158" sldId="270"/>
            <ac:spMk id="32" creationId="{8DD2F5C9-4637-7EE8-B8CB-7728FED2FF69}"/>
          </ac:spMkLst>
        </pc:spChg>
        <pc:spChg chg="mod">
          <ac:chgData name="Bhavani S" userId="591fa8db-8382-473b-83b4-bfc157c48d07" providerId="ADAL" clId="{03FAE40E-BB59-4E8C-8390-E1F646428F17}" dt="2025-11-13T08:22:44.498" v="653"/>
          <ac:spMkLst>
            <pc:docMk/>
            <pc:sldMk cId="1756076158" sldId="270"/>
            <ac:spMk id="35" creationId="{CCB0EAD6-1B78-81CF-3AC9-4CF5165BE2BD}"/>
          </ac:spMkLst>
        </pc:spChg>
        <pc:spChg chg="add mod">
          <ac:chgData name="Bhavani S" userId="591fa8db-8382-473b-83b4-bfc157c48d07" providerId="ADAL" clId="{03FAE40E-BB59-4E8C-8390-E1F646428F17}" dt="2025-11-13T08:28:18.118" v="712" actId="14100"/>
          <ac:spMkLst>
            <pc:docMk/>
            <pc:sldMk cId="1756076158" sldId="270"/>
            <ac:spMk id="36" creationId="{6222FA7E-BA2A-F685-CC08-827E2ED92DB5}"/>
          </ac:spMkLst>
        </pc:spChg>
        <pc:spChg chg="add 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37" creationId="{500BF060-B484-D6BD-83EB-BD86298B7709}"/>
          </ac:spMkLst>
        </pc:spChg>
        <pc:spChg chg="add 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38" creationId="{CF20DAE7-7E32-F4CE-5131-ECA8388D7CEA}"/>
          </ac:spMkLst>
        </pc:spChg>
        <pc:spChg chg="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39" creationId="{B9FC358B-F820-7760-8909-DD7BC62606D4}"/>
          </ac:spMkLst>
        </pc:spChg>
        <pc:spChg chg="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40" creationId="{FD461BD6-3A85-9406-76B8-8A6DF9711EE9}"/>
          </ac:spMkLst>
        </pc:spChg>
        <pc:spChg chg="add 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41" creationId="{EE49B703-AC13-FA26-7751-F9F2D9B7BB23}"/>
          </ac:spMkLst>
        </pc:spChg>
        <pc:spChg chg="add mod">
          <ac:chgData name="Bhavani S" userId="591fa8db-8382-473b-83b4-bfc157c48d07" providerId="ADAL" clId="{03FAE40E-BB59-4E8C-8390-E1F646428F17}" dt="2025-11-13T08:27:15.621" v="699" actId="1076"/>
          <ac:spMkLst>
            <pc:docMk/>
            <pc:sldMk cId="1756076158" sldId="270"/>
            <ac:spMk id="42" creationId="{AB3E1DE0-A89C-BFF3-FB1E-37B9C9A432C3}"/>
          </ac:spMkLst>
        </pc:spChg>
        <pc:spChg chg="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43" creationId="{C7B6A78B-4038-1A69-9CE5-0FDD6A9C660F}"/>
          </ac:spMkLst>
        </pc:spChg>
        <pc:spChg chg="add mod">
          <ac:chgData name="Bhavani S" userId="591fa8db-8382-473b-83b4-bfc157c48d07" providerId="ADAL" clId="{03FAE40E-BB59-4E8C-8390-E1F646428F17}" dt="2025-11-13T08:24:16.397" v="666" actId="255"/>
          <ac:spMkLst>
            <pc:docMk/>
            <pc:sldMk cId="1756076158" sldId="270"/>
            <ac:spMk id="44" creationId="{FE92B515-4D70-69E8-ABE5-4150D0B8CC9E}"/>
          </ac:spMkLst>
        </pc:spChg>
        <pc:spChg chg="add del 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45" creationId="{A1A2F72B-1876-B404-D313-541BF1BA0BF4}"/>
          </ac:spMkLst>
        </pc:spChg>
        <pc:spChg chg="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46" creationId="{FAE1E66D-56B3-7D4E-B4D5-B47BB23519AE}"/>
          </ac:spMkLst>
        </pc:spChg>
        <pc:spChg chg="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47" creationId="{13FDE4E4-8E3B-2D91-270C-D718864503AB}"/>
          </ac:spMkLst>
        </pc:spChg>
        <pc:spChg chg="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48" creationId="{2296E139-2D24-2B10-1F91-1192E2981FF1}"/>
          </ac:spMkLst>
        </pc:spChg>
        <pc:spChg chg="add del mod">
          <ac:chgData name="Bhavani S" userId="591fa8db-8382-473b-83b4-bfc157c48d07" providerId="ADAL" clId="{03FAE40E-BB59-4E8C-8390-E1F646428F17}" dt="2025-11-13T08:25:39.428" v="683"/>
          <ac:spMkLst>
            <pc:docMk/>
            <pc:sldMk cId="1756076158" sldId="270"/>
            <ac:spMk id="49" creationId="{53774AB8-2556-3387-7C4B-1EFD2499FE70}"/>
          </ac:spMkLst>
        </pc:spChg>
        <pc:spChg chg="del mod">
          <ac:chgData name="Bhavani S" userId="591fa8db-8382-473b-83b4-bfc157c48d07" providerId="ADAL" clId="{03FAE40E-BB59-4E8C-8390-E1F646428F17}" dt="2025-11-13T08:24:21.732" v="669"/>
          <ac:spMkLst>
            <pc:docMk/>
            <pc:sldMk cId="1756076158" sldId="270"/>
            <ac:spMk id="50" creationId="{7ACAE51E-9238-E42F-4CF7-702BEA414DC6}"/>
          </ac:spMkLst>
        </pc:spChg>
        <pc:spChg chg="del mod">
          <ac:chgData name="Bhavani S" userId="591fa8db-8382-473b-83b4-bfc157c48d07" providerId="ADAL" clId="{03FAE40E-BB59-4E8C-8390-E1F646428F17}" dt="2025-11-13T08:27:56.971" v="708"/>
          <ac:spMkLst>
            <pc:docMk/>
            <pc:sldMk cId="1756076158" sldId="270"/>
            <ac:spMk id="51" creationId="{C7BDB4AA-8177-7416-BE3D-60E67D0B6608}"/>
          </ac:spMkLst>
        </pc:spChg>
      </pc:sldChg>
      <pc:sldChg chg="add del">
        <pc:chgData name="Bhavani S" userId="591fa8db-8382-473b-83b4-bfc157c48d07" providerId="ADAL" clId="{03FAE40E-BB59-4E8C-8390-E1F646428F17}" dt="2025-11-13T08:49:12.442" v="723" actId="2696"/>
        <pc:sldMkLst>
          <pc:docMk/>
          <pc:sldMk cId="1242318111" sldId="277"/>
        </pc:sldMkLst>
      </pc:sldChg>
      <pc:sldChg chg="add del">
        <pc:chgData name="Bhavani S" userId="591fa8db-8382-473b-83b4-bfc157c48d07" providerId="ADAL" clId="{03FAE40E-BB59-4E8C-8390-E1F646428F17}" dt="2025-11-13T07:38:21.729" v="457" actId="2696"/>
        <pc:sldMkLst>
          <pc:docMk/>
          <pc:sldMk cId="3226247681" sldId="335"/>
        </pc:sldMkLst>
      </pc:sldChg>
      <pc:sldChg chg="add del">
        <pc:chgData name="Bhavani S" userId="591fa8db-8382-473b-83b4-bfc157c48d07" providerId="ADAL" clId="{03FAE40E-BB59-4E8C-8390-E1F646428F17}" dt="2025-11-13T13:48:38.446" v="1030" actId="2696"/>
        <pc:sldMkLst>
          <pc:docMk/>
          <pc:sldMk cId="628338910" sldId="339"/>
        </pc:sldMkLst>
      </pc:sldChg>
      <pc:sldChg chg="delSp modSp add del mod">
        <pc:chgData name="Bhavani S" userId="591fa8db-8382-473b-83b4-bfc157c48d07" providerId="ADAL" clId="{03FAE40E-BB59-4E8C-8390-E1F646428F17}" dt="2025-11-13T08:15:58.617" v="597" actId="2696"/>
        <pc:sldMkLst>
          <pc:docMk/>
          <pc:sldMk cId="1292616937" sldId="358"/>
        </pc:sldMkLst>
        <pc:spChg chg="mod">
          <ac:chgData name="Bhavani S" userId="591fa8db-8382-473b-83b4-bfc157c48d07" providerId="ADAL" clId="{03FAE40E-BB59-4E8C-8390-E1F646428F17}" dt="2025-11-13T08:12:58.102" v="578" actId="255"/>
          <ac:spMkLst>
            <pc:docMk/>
            <pc:sldMk cId="1292616937" sldId="358"/>
            <ac:spMk id="3" creationId="{6A61745D-2CD3-4B3E-A7F8-C7DCB200D851}"/>
          </ac:spMkLst>
        </pc:spChg>
        <pc:spChg chg="mod">
          <ac:chgData name="Bhavani S" userId="591fa8db-8382-473b-83b4-bfc157c48d07" providerId="ADAL" clId="{03FAE40E-BB59-4E8C-8390-E1F646428F17}" dt="2025-11-13T08:13:03.708" v="579" actId="20577"/>
          <ac:spMkLst>
            <pc:docMk/>
            <pc:sldMk cId="1292616937" sldId="358"/>
            <ac:spMk id="4" creationId="{4C887419-DF10-47F3-8469-871C39DE90DB}"/>
          </ac:spMkLst>
        </pc:spChg>
        <pc:spChg chg="mod">
          <ac:chgData name="Bhavani S" userId="591fa8db-8382-473b-83b4-bfc157c48d07" providerId="ADAL" clId="{03FAE40E-BB59-4E8C-8390-E1F646428F17}" dt="2025-11-13T08:13:43.883" v="586"/>
          <ac:spMkLst>
            <pc:docMk/>
            <pc:sldMk cId="1292616937" sldId="358"/>
            <ac:spMk id="6" creationId="{61569675-BD95-431A-984C-A6498A29E98E}"/>
          </ac:spMkLst>
        </pc:spChg>
        <pc:spChg chg="mod">
          <ac:chgData name="Bhavani S" userId="591fa8db-8382-473b-83b4-bfc157c48d07" providerId="ADAL" clId="{03FAE40E-BB59-4E8C-8390-E1F646428F17}" dt="2025-11-13T08:13:57.221" v="590" actId="113"/>
          <ac:spMkLst>
            <pc:docMk/>
            <pc:sldMk cId="1292616937" sldId="358"/>
            <ac:spMk id="7" creationId="{A888F0A6-BD36-40E4-A586-EBBF06F8D487}"/>
          </ac:spMkLst>
        </pc:spChg>
        <pc:spChg chg="mod">
          <ac:chgData name="Bhavani S" userId="591fa8db-8382-473b-83b4-bfc157c48d07" providerId="ADAL" clId="{03FAE40E-BB59-4E8C-8390-E1F646428F17}" dt="2025-11-13T08:13:43.883" v="586"/>
          <ac:spMkLst>
            <pc:docMk/>
            <pc:sldMk cId="1292616937" sldId="358"/>
            <ac:spMk id="8" creationId="{D7608D3B-744F-43DD-870C-3AB5EE80C8AA}"/>
          </ac:spMkLst>
        </pc:spChg>
        <pc:spChg chg="mod">
          <ac:chgData name="Bhavani S" userId="591fa8db-8382-473b-83b4-bfc157c48d07" providerId="ADAL" clId="{03FAE40E-BB59-4E8C-8390-E1F646428F17}" dt="2025-11-13T08:13:22.790" v="584" actId="207"/>
          <ac:spMkLst>
            <pc:docMk/>
            <pc:sldMk cId="1292616937" sldId="358"/>
            <ac:spMk id="11" creationId="{1FDBE27A-A7F8-4855-9775-84E93447CBB6}"/>
          </ac:spMkLst>
        </pc:spChg>
        <pc:spChg chg="mod">
          <ac:chgData name="Bhavani S" userId="591fa8db-8382-473b-83b4-bfc157c48d07" providerId="ADAL" clId="{03FAE40E-BB59-4E8C-8390-E1F646428F17}" dt="2025-11-13T08:13:22.790" v="584" actId="207"/>
          <ac:spMkLst>
            <pc:docMk/>
            <pc:sldMk cId="1292616937" sldId="358"/>
            <ac:spMk id="12" creationId="{C0D65FC6-BE10-49BD-A146-4F8F1ADE3E32}"/>
          </ac:spMkLst>
        </pc:spChg>
        <pc:spChg chg="mod">
          <ac:chgData name="Bhavani S" userId="591fa8db-8382-473b-83b4-bfc157c48d07" providerId="ADAL" clId="{03FAE40E-BB59-4E8C-8390-E1F646428F17}" dt="2025-11-13T08:13:22.790" v="584" actId="207"/>
          <ac:spMkLst>
            <pc:docMk/>
            <pc:sldMk cId="1292616937" sldId="358"/>
            <ac:spMk id="13" creationId="{28C8C125-E240-4647-BD4D-40661FC094A1}"/>
          </ac:spMkLst>
        </pc:spChg>
        <pc:spChg chg="mod">
          <ac:chgData name="Bhavani S" userId="591fa8db-8382-473b-83b4-bfc157c48d07" providerId="ADAL" clId="{03FAE40E-BB59-4E8C-8390-E1F646428F17}" dt="2025-11-13T08:14:38.659" v="594"/>
          <ac:spMkLst>
            <pc:docMk/>
            <pc:sldMk cId="1292616937" sldId="358"/>
            <ac:spMk id="21" creationId="{FA7DEF3E-6DEE-457D-BF80-1FAF529492D2}"/>
          </ac:spMkLst>
        </pc:spChg>
        <pc:spChg chg="mod">
          <ac:chgData name="Bhavani S" userId="591fa8db-8382-473b-83b4-bfc157c48d07" providerId="ADAL" clId="{03FAE40E-BB59-4E8C-8390-E1F646428F17}" dt="2025-11-13T08:14:56.879" v="596" actId="207"/>
          <ac:spMkLst>
            <pc:docMk/>
            <pc:sldMk cId="1292616937" sldId="358"/>
            <ac:spMk id="22" creationId="{B4C06F96-CEFF-4B6F-B698-CAC22C0CD697}"/>
          </ac:spMkLst>
        </pc:spChg>
        <pc:spChg chg="mod">
          <ac:chgData name="Bhavani S" userId="591fa8db-8382-473b-83b4-bfc157c48d07" providerId="ADAL" clId="{03FAE40E-BB59-4E8C-8390-E1F646428F17}" dt="2025-11-13T08:14:38.659" v="594"/>
          <ac:spMkLst>
            <pc:docMk/>
            <pc:sldMk cId="1292616937" sldId="358"/>
            <ac:spMk id="23" creationId="{0427284A-891E-44A7-95DD-D1CA2B9D9FAF}"/>
          </ac:spMkLst>
        </pc:spChg>
        <pc:spChg chg="mod">
          <ac:chgData name="Bhavani S" userId="591fa8db-8382-473b-83b4-bfc157c48d07" providerId="ADAL" clId="{03FAE40E-BB59-4E8C-8390-E1F646428F17}" dt="2025-11-13T08:13:22.790" v="584" actId="207"/>
          <ac:spMkLst>
            <pc:docMk/>
            <pc:sldMk cId="1292616937" sldId="358"/>
            <ac:spMk id="26" creationId="{75B58576-2639-4D0B-B329-C2C033C14C8A}"/>
          </ac:spMkLst>
        </pc:spChg>
        <pc:spChg chg="mod">
          <ac:chgData name="Bhavani S" userId="591fa8db-8382-473b-83b4-bfc157c48d07" providerId="ADAL" clId="{03FAE40E-BB59-4E8C-8390-E1F646428F17}" dt="2025-11-13T08:13:22.790" v="584" actId="207"/>
          <ac:spMkLst>
            <pc:docMk/>
            <pc:sldMk cId="1292616937" sldId="358"/>
            <ac:spMk id="27" creationId="{E03A8681-F2D0-44FD-9D2D-3DF179B818F0}"/>
          </ac:spMkLst>
        </pc:spChg>
        <pc:spChg chg="mod">
          <ac:chgData name="Bhavani S" userId="591fa8db-8382-473b-83b4-bfc157c48d07" providerId="ADAL" clId="{03FAE40E-BB59-4E8C-8390-E1F646428F17}" dt="2025-11-13T08:13:22.790" v="584" actId="207"/>
          <ac:spMkLst>
            <pc:docMk/>
            <pc:sldMk cId="1292616937" sldId="358"/>
            <ac:spMk id="32" creationId="{CBD637AE-E3A5-465A-B90C-A0161EA296A3}"/>
          </ac:spMkLst>
        </pc:spChg>
        <pc:spChg chg="mod">
          <ac:chgData name="Bhavani S" userId="591fa8db-8382-473b-83b4-bfc157c48d07" providerId="ADAL" clId="{03FAE40E-BB59-4E8C-8390-E1F646428F17}" dt="2025-11-13T08:13:22.790" v="584" actId="207"/>
          <ac:spMkLst>
            <pc:docMk/>
            <pc:sldMk cId="1292616937" sldId="358"/>
            <ac:spMk id="33" creationId="{264CAAE5-5C4D-44FF-815F-FD4AB64E6CD9}"/>
          </ac:spMkLst>
        </pc:spChg>
        <pc:grpChg chg="mod">
          <ac:chgData name="Bhavani S" userId="591fa8db-8382-473b-83b4-bfc157c48d07" providerId="ADAL" clId="{03FAE40E-BB59-4E8C-8390-E1F646428F17}" dt="2025-11-13T08:13:43.883" v="586"/>
          <ac:grpSpMkLst>
            <pc:docMk/>
            <pc:sldMk cId="1292616937" sldId="358"/>
            <ac:grpSpMk id="5" creationId="{E8369376-63E4-4B76-86CA-3534283FA98C}"/>
          </ac:grpSpMkLst>
        </pc:grpChg>
        <pc:grpChg chg="mod">
          <ac:chgData name="Bhavani S" userId="591fa8db-8382-473b-83b4-bfc157c48d07" providerId="ADAL" clId="{03FAE40E-BB59-4E8C-8390-E1F646428F17}" dt="2025-11-13T08:14:38.659" v="594"/>
          <ac:grpSpMkLst>
            <pc:docMk/>
            <pc:sldMk cId="1292616937" sldId="358"/>
            <ac:grpSpMk id="20" creationId="{DCAD3603-AF1F-42A9-9B83-B5A32B3DE380}"/>
          </ac:grpSpMkLst>
        </pc:grpChg>
        <pc:cxnChg chg="mod">
          <ac:chgData name="Bhavani S" userId="591fa8db-8382-473b-83b4-bfc157c48d07" providerId="ADAL" clId="{03FAE40E-BB59-4E8C-8390-E1F646428F17}" dt="2025-11-13T08:13:43.883" v="586"/>
          <ac:cxnSpMkLst>
            <pc:docMk/>
            <pc:sldMk cId="1292616937" sldId="358"/>
            <ac:cxnSpMk id="9" creationId="{77709ED4-77F4-4F69-8DC7-13819F01A85B}"/>
          </ac:cxnSpMkLst>
        </pc:cxnChg>
        <pc:cxnChg chg="del">
          <ac:chgData name="Bhavani S" userId="591fa8db-8382-473b-83b4-bfc157c48d07" providerId="ADAL" clId="{03FAE40E-BB59-4E8C-8390-E1F646428F17}" dt="2025-11-13T08:14:10.227" v="592" actId="478"/>
          <ac:cxnSpMkLst>
            <pc:docMk/>
            <pc:sldMk cId="1292616937" sldId="358"/>
            <ac:cxnSpMk id="24" creationId="{24EDFCC0-89F7-416B-BA8D-78AE3FA6A8AA}"/>
          </ac:cxnSpMkLst>
        </pc:cxnChg>
      </pc:sldChg>
      <pc:sldChg chg="modSp add del mod">
        <pc:chgData name="Bhavani S" userId="591fa8db-8382-473b-83b4-bfc157c48d07" providerId="ADAL" clId="{03FAE40E-BB59-4E8C-8390-E1F646428F17}" dt="2025-11-13T09:02:13.363" v="787" actId="2696"/>
        <pc:sldMkLst>
          <pc:docMk/>
          <pc:sldMk cId="2674250136" sldId="366"/>
        </pc:sldMkLst>
        <pc:spChg chg="mod">
          <ac:chgData name="Bhavani S" userId="591fa8db-8382-473b-83b4-bfc157c48d07" providerId="ADAL" clId="{03FAE40E-BB59-4E8C-8390-E1F646428F17}" dt="2025-11-13T09:00:28.057" v="768" actId="1076"/>
          <ac:spMkLst>
            <pc:docMk/>
            <pc:sldMk cId="2674250136" sldId="366"/>
            <ac:spMk id="5" creationId="{ABFCC1A3-E89C-48B6-A4DE-93E7542C4135}"/>
          </ac:spMkLst>
        </pc:spChg>
      </pc:sldChg>
      <pc:sldChg chg="add del">
        <pc:chgData name="Bhavani S" userId="591fa8db-8382-473b-83b4-bfc157c48d07" providerId="ADAL" clId="{03FAE40E-BB59-4E8C-8390-E1F646428F17}" dt="2025-11-13T07:52:20.607" v="540" actId="2696"/>
        <pc:sldMkLst>
          <pc:docMk/>
          <pc:sldMk cId="1366095289" sldId="385"/>
        </pc:sldMkLst>
      </pc:sldChg>
      <pc:sldChg chg="addSp delSp modSp add del mod">
        <pc:chgData name="Bhavani S" userId="591fa8db-8382-473b-83b4-bfc157c48d07" providerId="ADAL" clId="{03FAE40E-BB59-4E8C-8390-E1F646428F17}" dt="2025-11-13T08:11:04.581" v="570" actId="2696"/>
        <pc:sldMkLst>
          <pc:docMk/>
          <pc:sldMk cId="1394811514" sldId="681"/>
        </pc:sldMkLst>
        <pc:spChg chg="del">
          <ac:chgData name="Bhavani S" userId="591fa8db-8382-473b-83b4-bfc157c48d07" providerId="ADAL" clId="{03FAE40E-BB59-4E8C-8390-E1F646428F17}" dt="2025-11-13T08:09:47.355" v="560" actId="478"/>
          <ac:spMkLst>
            <pc:docMk/>
            <pc:sldMk cId="1394811514" sldId="681"/>
            <ac:spMk id="2" creationId="{77ED2AC9-E9B7-4C2F-BB60-50C562AA993B}"/>
          </ac:spMkLst>
        </pc:spChg>
        <pc:spChg chg="del">
          <ac:chgData name="Bhavani S" userId="591fa8db-8382-473b-83b4-bfc157c48d07" providerId="ADAL" clId="{03FAE40E-BB59-4E8C-8390-E1F646428F17}" dt="2025-11-13T08:10:25.825" v="563" actId="478"/>
          <ac:spMkLst>
            <pc:docMk/>
            <pc:sldMk cId="1394811514" sldId="681"/>
            <ac:spMk id="3" creationId="{C230A07B-9E5E-4675-8E70-1F4FD639230C}"/>
          </ac:spMkLst>
        </pc:spChg>
        <pc:spChg chg="del mod">
          <ac:chgData name="Bhavani S" userId="591fa8db-8382-473b-83b4-bfc157c48d07" providerId="ADAL" clId="{03FAE40E-BB59-4E8C-8390-E1F646428F17}" dt="2025-11-13T08:09:44.845" v="559" actId="478"/>
          <ac:spMkLst>
            <pc:docMk/>
            <pc:sldMk cId="1394811514" sldId="681"/>
            <ac:spMk id="5" creationId="{472A5EEF-FE87-498C-AB84-8749435E4E4C}"/>
          </ac:spMkLst>
        </pc:spChg>
        <pc:spChg chg="add mod">
          <ac:chgData name="Bhavani S" userId="591fa8db-8382-473b-83b4-bfc157c48d07" providerId="ADAL" clId="{03FAE40E-BB59-4E8C-8390-E1F646428F17}" dt="2025-11-13T08:10:58.248" v="568" actId="1076"/>
          <ac:spMkLst>
            <pc:docMk/>
            <pc:sldMk cId="1394811514" sldId="681"/>
            <ac:spMk id="6" creationId="{05E78F5E-260B-AC2A-045A-3B48422E1E85}"/>
          </ac:spMkLst>
        </pc:spChg>
        <pc:spChg chg="add mod">
          <ac:chgData name="Bhavani S" userId="591fa8db-8382-473b-83b4-bfc157c48d07" providerId="ADAL" clId="{03FAE40E-BB59-4E8C-8390-E1F646428F17}" dt="2025-11-13T08:11:00.957" v="569" actId="1076"/>
          <ac:spMkLst>
            <pc:docMk/>
            <pc:sldMk cId="1394811514" sldId="681"/>
            <ac:spMk id="8" creationId="{9DCE01A2-C1C6-CD6A-9F8A-48B8F174221A}"/>
          </ac:spMkLst>
        </pc:spChg>
      </pc:sldChg>
      <pc:sldChg chg="add del">
        <pc:chgData name="Bhavani S" userId="591fa8db-8382-473b-83b4-bfc157c48d07" providerId="ADAL" clId="{03FAE40E-BB59-4E8C-8390-E1F646428F17}" dt="2025-11-13T09:04:44.049" v="790" actId="2696"/>
        <pc:sldMkLst>
          <pc:docMk/>
          <pc:sldMk cId="2993044646" sldId="2049"/>
        </pc:sldMkLst>
      </pc:sldChg>
      <pc:sldChg chg="modSp add del mod">
        <pc:chgData name="Bhavani S" userId="591fa8db-8382-473b-83b4-bfc157c48d07" providerId="ADAL" clId="{03FAE40E-BB59-4E8C-8390-E1F646428F17}" dt="2025-11-13T10:58:02.708" v="844" actId="2696"/>
        <pc:sldMkLst>
          <pc:docMk/>
          <pc:sldMk cId="3126881477" sldId="1881838960"/>
        </pc:sldMkLst>
        <pc:spChg chg="mod">
          <ac:chgData name="Bhavani S" userId="591fa8db-8382-473b-83b4-bfc157c48d07" providerId="ADAL" clId="{03FAE40E-BB59-4E8C-8390-E1F646428F17}" dt="2025-11-13T10:54:56.578" v="841" actId="20577"/>
          <ac:spMkLst>
            <pc:docMk/>
            <pc:sldMk cId="3126881477" sldId="1881838960"/>
            <ac:spMk id="5" creationId="{1FA831AC-C0BA-35AA-C5EF-1263E05AB1EC}"/>
          </ac:spMkLst>
        </pc:spChg>
      </pc:sldChg>
      <pc:sldChg chg="delSp modSp add mod">
        <pc:chgData name="Bhavani S" userId="591fa8db-8382-473b-83b4-bfc157c48d07" providerId="ADAL" clId="{03FAE40E-BB59-4E8C-8390-E1F646428F17}" dt="2025-11-13T09:05:57.094" v="804" actId="14100"/>
        <pc:sldMkLst>
          <pc:docMk/>
          <pc:sldMk cId="4135872221" sldId="1881839158"/>
        </pc:sldMkLst>
        <pc:spChg chg="mod">
          <ac:chgData name="Bhavani S" userId="591fa8db-8382-473b-83b4-bfc157c48d07" providerId="ADAL" clId="{03FAE40E-BB59-4E8C-8390-E1F646428F17}" dt="2025-11-13T09:05:57.094" v="804" actId="14100"/>
          <ac:spMkLst>
            <pc:docMk/>
            <pc:sldMk cId="4135872221" sldId="1881839158"/>
            <ac:spMk id="8" creationId="{22593941-E3CB-4A1D-1350-C03A24A82F42}"/>
          </ac:spMkLst>
        </pc:spChg>
        <pc:spChg chg="del">
          <ac:chgData name="Bhavani S" userId="591fa8db-8382-473b-83b4-bfc157c48d07" providerId="ADAL" clId="{03FAE40E-BB59-4E8C-8390-E1F646428F17}" dt="2025-11-13T09:05:20.704" v="799" actId="478"/>
          <ac:spMkLst>
            <pc:docMk/>
            <pc:sldMk cId="4135872221" sldId="1881839158"/>
            <ac:spMk id="9" creationId="{CA1954BB-D7B9-59E8-8D51-AAA80B4B5A97}"/>
          </ac:spMkLst>
        </pc:spChg>
        <pc:spChg chg="del">
          <ac:chgData name="Bhavani S" userId="591fa8db-8382-473b-83b4-bfc157c48d07" providerId="ADAL" clId="{03FAE40E-BB59-4E8C-8390-E1F646428F17}" dt="2025-11-13T09:05:22.995" v="800" actId="478"/>
          <ac:spMkLst>
            <pc:docMk/>
            <pc:sldMk cId="4135872221" sldId="1881839158"/>
            <ac:spMk id="10" creationId="{42E44572-DA11-CB84-A38A-33FE3AE0D9F2}"/>
          </ac:spMkLst>
        </pc:spChg>
        <pc:spChg chg="del mod">
          <ac:chgData name="Bhavani S" userId="591fa8db-8382-473b-83b4-bfc157c48d07" providerId="ADAL" clId="{03FAE40E-BB59-4E8C-8390-E1F646428F17}" dt="2025-11-13T09:04:57.711" v="793" actId="478"/>
          <ac:spMkLst>
            <pc:docMk/>
            <pc:sldMk cId="4135872221" sldId="1881839158"/>
            <ac:spMk id="12" creationId="{0CFC059B-7FC7-EA59-C96F-9C35AD2D93C6}"/>
          </ac:spMkLst>
        </pc:spChg>
        <pc:spChg chg="del mod">
          <ac:chgData name="Bhavani S" userId="591fa8db-8382-473b-83b4-bfc157c48d07" providerId="ADAL" clId="{03FAE40E-BB59-4E8C-8390-E1F646428F17}" dt="2025-11-13T09:05:04.050" v="796" actId="478"/>
          <ac:spMkLst>
            <pc:docMk/>
            <pc:sldMk cId="4135872221" sldId="1881839158"/>
            <ac:spMk id="13" creationId="{816FEEF4-BCE1-198E-BC44-2663FFC2564B}"/>
          </ac:spMkLst>
        </pc:spChg>
      </pc:sldChg>
      <pc:sldChg chg="delSp modSp add del mod">
        <pc:chgData name="Bhavani S" userId="591fa8db-8382-473b-83b4-bfc157c48d07" providerId="ADAL" clId="{03FAE40E-BB59-4E8C-8390-E1F646428F17}" dt="2025-11-14T05:18:36.791" v="1477" actId="2696"/>
        <pc:sldMkLst>
          <pc:docMk/>
          <pc:sldMk cId="2300915821" sldId="2076137103"/>
        </pc:sldMkLst>
        <pc:spChg chg="del">
          <ac:chgData name="Bhavani S" userId="591fa8db-8382-473b-83b4-bfc157c48d07" providerId="ADAL" clId="{03FAE40E-BB59-4E8C-8390-E1F646428F17}" dt="2025-11-14T05:17:47.063" v="1474" actId="478"/>
          <ac:spMkLst>
            <pc:docMk/>
            <pc:sldMk cId="2300915821" sldId="2076137103"/>
            <ac:spMk id="17" creationId="{C0427784-932A-403E-BDA9-526593700B85}"/>
          </ac:spMkLst>
        </pc:spChg>
        <pc:spChg chg="mod">
          <ac:chgData name="Bhavani S" userId="591fa8db-8382-473b-83b4-bfc157c48d07" providerId="ADAL" clId="{03FAE40E-BB59-4E8C-8390-E1F646428F17}" dt="2025-11-14T05:17:38.928" v="1473" actId="255"/>
          <ac:spMkLst>
            <pc:docMk/>
            <pc:sldMk cId="2300915821" sldId="2076137103"/>
            <ac:spMk id="18" creationId="{2325AD2B-0DD7-4DF1-A18F-62D6922DB9A7}"/>
          </ac:spMkLst>
        </pc:spChg>
        <pc:spChg chg="mod">
          <ac:chgData name="Bhavani S" userId="591fa8db-8382-473b-83b4-bfc157c48d07" providerId="ADAL" clId="{03FAE40E-BB59-4E8C-8390-E1F646428F17}" dt="2025-11-14T05:18:17.200" v="1476" actId="1076"/>
          <ac:spMkLst>
            <pc:docMk/>
            <pc:sldMk cId="2300915821" sldId="2076137103"/>
            <ac:spMk id="21" creationId="{7E1A2CB2-035C-4168-987B-36FEA6F4530A}"/>
          </ac:spMkLst>
        </pc:spChg>
      </pc:sldChg>
      <pc:sldChg chg="addSp delSp modSp add del mod">
        <pc:chgData name="Bhavani S" userId="591fa8db-8382-473b-83b4-bfc157c48d07" providerId="ADAL" clId="{03FAE40E-BB59-4E8C-8390-E1F646428F17}" dt="2025-11-13T08:47:25.572" v="721" actId="2696"/>
        <pc:sldMkLst>
          <pc:docMk/>
          <pc:sldMk cId="3901667328" sldId="2146847239"/>
        </pc:sldMkLst>
        <pc:spChg chg="del mod">
          <ac:chgData name="Bhavani S" userId="591fa8db-8382-473b-83b4-bfc157c48d07" providerId="ADAL" clId="{03FAE40E-BB59-4E8C-8390-E1F646428F17}" dt="2025-11-13T07:27:32.042" v="413" actId="478"/>
          <ac:spMkLst>
            <pc:docMk/>
            <pc:sldMk cId="3901667328" sldId="2146847239"/>
            <ac:spMk id="5" creationId="{D84BE54E-5743-4634-A67A-29B9D4A8FAB8}"/>
          </ac:spMkLst>
        </pc:spChg>
        <pc:spChg chg="add mod">
          <ac:chgData name="Bhavani S" userId="591fa8db-8382-473b-83b4-bfc157c48d07" providerId="ADAL" clId="{03FAE40E-BB59-4E8C-8390-E1F646428F17}" dt="2025-11-13T07:38:10.521" v="456" actId="1076"/>
          <ac:spMkLst>
            <pc:docMk/>
            <pc:sldMk cId="3901667328" sldId="2146847239"/>
            <ac:spMk id="6" creationId="{B01E898B-5DEF-B78F-4C46-0937618BECC5}"/>
          </ac:spMkLst>
        </pc:spChg>
        <pc:spChg chg="add mod">
          <ac:chgData name="Bhavani S" userId="591fa8db-8382-473b-83b4-bfc157c48d07" providerId="ADAL" clId="{03FAE40E-BB59-4E8C-8390-E1F646428F17}" dt="2025-11-13T07:34:47.246" v="438" actId="1076"/>
          <ac:spMkLst>
            <pc:docMk/>
            <pc:sldMk cId="3901667328" sldId="2146847239"/>
            <ac:spMk id="8" creationId="{5702B1DC-0335-5076-81DD-FC72D58C2708}"/>
          </ac:spMkLst>
        </pc:spChg>
        <pc:spChg chg="del mod">
          <ac:chgData name="Bhavani S" userId="591fa8db-8382-473b-83b4-bfc157c48d07" providerId="ADAL" clId="{03FAE40E-BB59-4E8C-8390-E1F646428F17}" dt="2025-11-13T08:46:04.699" v="718" actId="478"/>
          <ac:spMkLst>
            <pc:docMk/>
            <pc:sldMk cId="3901667328" sldId="2146847239"/>
            <ac:spMk id="9" creationId="{EB45141B-2785-4171-90F7-ED49838BEDB6}"/>
          </ac:spMkLst>
        </pc:spChg>
        <pc:spChg chg="mod">
          <ac:chgData name="Bhavani S" userId="591fa8db-8382-473b-83b4-bfc157c48d07" providerId="ADAL" clId="{03FAE40E-BB59-4E8C-8390-E1F646428F17}" dt="2025-11-13T07:27:09.584" v="412" actId="1076"/>
          <ac:spMkLst>
            <pc:docMk/>
            <pc:sldMk cId="3901667328" sldId="2146847239"/>
            <ac:spMk id="10" creationId="{9D4E2720-5C10-455A-A582-06EB1AC90434}"/>
          </ac:spMkLst>
        </pc:spChg>
        <pc:spChg chg="mod">
          <ac:chgData name="Bhavani S" userId="591fa8db-8382-473b-83b4-bfc157c48d07" providerId="ADAL" clId="{03FAE40E-BB59-4E8C-8390-E1F646428F17}" dt="2025-11-13T07:27:09.584" v="412" actId="1076"/>
          <ac:spMkLst>
            <pc:docMk/>
            <pc:sldMk cId="3901667328" sldId="2146847239"/>
            <ac:spMk id="11" creationId="{D80A1262-DFDC-482E-A30B-A04E1A45A612}"/>
          </ac:spMkLst>
        </pc:spChg>
        <pc:spChg chg="add">
          <ac:chgData name="Bhavani S" userId="591fa8db-8382-473b-83b4-bfc157c48d07" providerId="ADAL" clId="{03FAE40E-BB59-4E8C-8390-E1F646428F17}" dt="2025-11-13T08:45:59.671" v="717" actId="11529"/>
          <ac:spMkLst>
            <pc:docMk/>
            <pc:sldMk cId="3901667328" sldId="2146847239"/>
            <ac:spMk id="12" creationId="{49A99042-21BC-5838-328E-EC6EA8BD1CFC}"/>
          </ac:spMkLst>
        </pc:spChg>
        <pc:spChg chg="del mod">
          <ac:chgData name="Bhavani S" userId="591fa8db-8382-473b-83b4-bfc157c48d07" providerId="ADAL" clId="{03FAE40E-BB59-4E8C-8390-E1F646428F17}" dt="2025-11-13T07:27:39.954" v="416" actId="478"/>
          <ac:spMkLst>
            <pc:docMk/>
            <pc:sldMk cId="3901667328" sldId="2146847239"/>
            <ac:spMk id="13" creationId="{31E3D6BF-5D97-4EF5-B210-DD5BC14640F5}"/>
          </ac:spMkLst>
        </pc:spChg>
        <pc:picChg chg="mod">
          <ac:chgData name="Bhavani S" userId="591fa8db-8382-473b-83b4-bfc157c48d07" providerId="ADAL" clId="{03FAE40E-BB59-4E8C-8390-E1F646428F17}" dt="2025-11-13T07:27:09.584" v="412" actId="1076"/>
          <ac:picMkLst>
            <pc:docMk/>
            <pc:sldMk cId="3901667328" sldId="2146847239"/>
            <ac:picMk id="2" creationId="{BDC4B587-7A78-E7B2-EC0D-F6C785BF9CCC}"/>
          </ac:picMkLst>
        </pc:picChg>
        <pc:picChg chg="add mod">
          <ac:chgData name="Bhavani S" userId="591fa8db-8382-473b-83b4-bfc157c48d07" providerId="ADAL" clId="{03FAE40E-BB59-4E8C-8390-E1F646428F17}" dt="2025-11-13T07:34:40.783" v="437" actId="1076"/>
          <ac:picMkLst>
            <pc:docMk/>
            <pc:sldMk cId="3901667328" sldId="2146847239"/>
            <ac:picMk id="7" creationId="{DC5776CE-D86E-A468-E1FC-25ED637C1BE1}"/>
          </ac:picMkLst>
        </pc:picChg>
      </pc:sldChg>
      <pc:sldChg chg="new del">
        <pc:chgData name="Bhavani S" userId="591fa8db-8382-473b-83b4-bfc157c48d07" providerId="ADAL" clId="{03FAE40E-BB59-4E8C-8390-E1F646428F17}" dt="2025-11-13T07:37:02.087" v="443" actId="2696"/>
        <pc:sldMkLst>
          <pc:docMk/>
          <pc:sldMk cId="2141162565" sldId="2146847240"/>
        </pc:sldMkLst>
      </pc:sldChg>
      <pc:sldChg chg="addSp delSp modSp add mod ord">
        <pc:chgData name="Bhavani S" userId="591fa8db-8382-473b-83b4-bfc157c48d07" providerId="ADAL" clId="{03FAE40E-BB59-4E8C-8390-E1F646428F17}" dt="2025-11-13T07:47:58.108" v="538" actId="478"/>
        <pc:sldMkLst>
          <pc:docMk/>
          <pc:sldMk cId="3291433698" sldId="2146847240"/>
        </pc:sldMkLst>
        <pc:spChg chg="del">
          <ac:chgData name="Bhavani S" userId="591fa8db-8382-473b-83b4-bfc157c48d07" providerId="ADAL" clId="{03FAE40E-BB59-4E8C-8390-E1F646428F17}" dt="2025-11-13T07:37:11.300" v="445" actId="478"/>
          <ac:spMkLst>
            <pc:docMk/>
            <pc:sldMk cId="3291433698" sldId="2146847240"/>
            <ac:spMk id="2" creationId="{1AD96B0E-1D8D-4FB8-4D2D-83FAA570D98F}"/>
          </ac:spMkLst>
        </pc:spChg>
        <pc:spChg chg="add del mod">
          <ac:chgData name="Bhavani S" userId="591fa8db-8382-473b-83b4-bfc157c48d07" providerId="ADAL" clId="{03FAE40E-BB59-4E8C-8390-E1F646428F17}" dt="2025-11-13T07:37:31.671" v="447" actId="478"/>
          <ac:spMkLst>
            <pc:docMk/>
            <pc:sldMk cId="3291433698" sldId="2146847240"/>
            <ac:spMk id="3" creationId="{69FF4C86-C689-8CE0-4340-B30DEA743630}"/>
          </ac:spMkLst>
        </pc:spChg>
        <pc:spChg chg="del">
          <ac:chgData name="Bhavani S" userId="591fa8db-8382-473b-83b4-bfc157c48d07" providerId="ADAL" clId="{03FAE40E-BB59-4E8C-8390-E1F646428F17}" dt="2025-11-13T07:37:11.300" v="445" actId="478"/>
          <ac:spMkLst>
            <pc:docMk/>
            <pc:sldMk cId="3291433698" sldId="2146847240"/>
            <ac:spMk id="4" creationId="{C3154C23-71AC-180D-8173-7B41F4070811}"/>
          </ac:spMkLst>
        </pc:spChg>
        <pc:spChg chg="add del mod">
          <ac:chgData name="Bhavani S" userId="591fa8db-8382-473b-83b4-bfc157c48d07" providerId="ADAL" clId="{03FAE40E-BB59-4E8C-8390-E1F646428F17}" dt="2025-11-13T07:47:58.108" v="538" actId="478"/>
          <ac:spMkLst>
            <pc:docMk/>
            <pc:sldMk cId="3291433698" sldId="2146847240"/>
            <ac:spMk id="5" creationId="{262CC34D-FF30-CFAC-B547-81A0F94964EB}"/>
          </ac:spMkLst>
        </pc:spChg>
        <pc:spChg chg="mod">
          <ac:chgData name="Bhavani S" userId="591fa8db-8382-473b-83b4-bfc157c48d07" providerId="ADAL" clId="{03FAE40E-BB59-4E8C-8390-E1F646428F17}" dt="2025-11-13T07:44:53.713" v="503" actId="5793"/>
          <ac:spMkLst>
            <pc:docMk/>
            <pc:sldMk cId="3291433698" sldId="2146847240"/>
            <ac:spMk id="6" creationId="{5806EE75-C96E-2EE3-EC1E-75C6CFE85A91}"/>
          </ac:spMkLst>
        </pc:spChg>
        <pc:spChg chg="mod">
          <ac:chgData name="Bhavani S" userId="591fa8db-8382-473b-83b4-bfc157c48d07" providerId="ADAL" clId="{03FAE40E-BB59-4E8C-8390-E1F646428F17}" dt="2025-11-13T07:40:44.404" v="476" actId="1076"/>
          <ac:spMkLst>
            <pc:docMk/>
            <pc:sldMk cId="3291433698" sldId="2146847240"/>
            <ac:spMk id="7" creationId="{CDD98887-01DB-836B-7F23-E2B05F9D0894}"/>
          </ac:spMkLst>
        </pc:spChg>
        <pc:spChg chg="add mod">
          <ac:chgData name="Bhavani S" userId="591fa8db-8382-473b-83b4-bfc157c48d07" providerId="ADAL" clId="{03FAE40E-BB59-4E8C-8390-E1F646428F17}" dt="2025-11-13T07:45:12.600" v="507" actId="255"/>
          <ac:spMkLst>
            <pc:docMk/>
            <pc:sldMk cId="3291433698" sldId="2146847240"/>
            <ac:spMk id="8" creationId="{D11E1EA7-36EB-E5F1-4806-741B31DA217C}"/>
          </ac:spMkLst>
        </pc:spChg>
        <pc:spChg chg="add mod">
          <ac:chgData name="Bhavani S" userId="591fa8db-8382-473b-83b4-bfc157c48d07" providerId="ADAL" clId="{03FAE40E-BB59-4E8C-8390-E1F646428F17}" dt="2025-11-13T07:40:58.500" v="477" actId="1076"/>
          <ac:spMkLst>
            <pc:docMk/>
            <pc:sldMk cId="3291433698" sldId="2146847240"/>
            <ac:spMk id="9" creationId="{3AAD13A6-E84D-5E51-EFD5-ECCAA4341B8A}"/>
          </ac:spMkLst>
        </pc:spChg>
        <pc:spChg chg="add mod">
          <ac:chgData name="Bhavani S" userId="591fa8db-8382-473b-83b4-bfc157c48d07" providerId="ADAL" clId="{03FAE40E-BB59-4E8C-8390-E1F646428F17}" dt="2025-11-13T07:46:34.683" v="522" actId="255"/>
          <ac:spMkLst>
            <pc:docMk/>
            <pc:sldMk cId="3291433698" sldId="2146847240"/>
            <ac:spMk id="10" creationId="{73A82A64-0ADE-D880-D6CA-22844066AACD}"/>
          </ac:spMkLst>
        </pc:spChg>
        <pc:spChg chg="add mod">
          <ac:chgData name="Bhavani S" userId="591fa8db-8382-473b-83b4-bfc157c48d07" providerId="ADAL" clId="{03FAE40E-BB59-4E8C-8390-E1F646428F17}" dt="2025-11-13T07:41:00.791" v="478" actId="1076"/>
          <ac:spMkLst>
            <pc:docMk/>
            <pc:sldMk cId="3291433698" sldId="2146847240"/>
            <ac:spMk id="11" creationId="{9DAAFB46-6C6C-F4D4-4808-7EA52D06F23F}"/>
          </ac:spMkLst>
        </pc:spChg>
        <pc:spChg chg="add mod">
          <ac:chgData name="Bhavani S" userId="591fa8db-8382-473b-83b4-bfc157c48d07" providerId="ADAL" clId="{03FAE40E-BB59-4E8C-8390-E1F646428F17}" dt="2025-11-13T07:47:28.598" v="533" actId="255"/>
          <ac:spMkLst>
            <pc:docMk/>
            <pc:sldMk cId="3291433698" sldId="2146847240"/>
            <ac:spMk id="12" creationId="{4FEDC312-950D-23A0-4A42-B2B801C58229}"/>
          </ac:spMkLst>
        </pc:spChg>
        <pc:spChg chg="add del mod">
          <ac:chgData name="Bhavani S" userId="591fa8db-8382-473b-83b4-bfc157c48d07" providerId="ADAL" clId="{03FAE40E-BB59-4E8C-8390-E1F646428F17}" dt="2025-11-13T07:47:32.001" v="534" actId="478"/>
          <ac:spMkLst>
            <pc:docMk/>
            <pc:sldMk cId="3291433698" sldId="2146847240"/>
            <ac:spMk id="13" creationId="{BF1D1968-68E7-8FA2-92FA-F6387FF8BEF0}"/>
          </ac:spMkLst>
        </pc:spChg>
        <pc:spChg chg="add del mod">
          <ac:chgData name="Bhavani S" userId="591fa8db-8382-473b-83b4-bfc157c48d07" providerId="ADAL" clId="{03FAE40E-BB59-4E8C-8390-E1F646428F17}" dt="2025-11-13T07:47:40.889" v="536" actId="478"/>
          <ac:spMkLst>
            <pc:docMk/>
            <pc:sldMk cId="3291433698" sldId="2146847240"/>
            <ac:spMk id="14" creationId="{32F5B11B-51DB-D671-EE91-052FED421C36}"/>
          </ac:spMkLst>
        </pc:spChg>
        <pc:spChg chg="add mod">
          <ac:chgData name="Bhavani S" userId="591fa8db-8382-473b-83b4-bfc157c48d07" providerId="ADAL" clId="{03FAE40E-BB59-4E8C-8390-E1F646428F17}" dt="2025-11-13T07:41:03.660" v="479" actId="1076"/>
          <ac:spMkLst>
            <pc:docMk/>
            <pc:sldMk cId="3291433698" sldId="2146847240"/>
            <ac:spMk id="15" creationId="{8E864526-FC93-E537-2E0A-867B985AC047}"/>
          </ac:spMkLst>
        </pc:spChg>
        <pc:spChg chg="add del mod">
          <ac:chgData name="Bhavani S" userId="591fa8db-8382-473b-83b4-bfc157c48d07" providerId="ADAL" clId="{03FAE40E-BB59-4E8C-8390-E1F646428F17}" dt="2025-11-13T07:37:42.481" v="448" actId="478"/>
          <ac:spMkLst>
            <pc:docMk/>
            <pc:sldMk cId="3291433698" sldId="2146847240"/>
            <ac:spMk id="16" creationId="{474421D8-5A97-72D9-C271-3D98AAF6B7EC}"/>
          </ac:spMkLst>
        </pc:spChg>
        <pc:spChg chg="add del mod">
          <ac:chgData name="Bhavani S" userId="591fa8db-8382-473b-83b4-bfc157c48d07" providerId="ADAL" clId="{03FAE40E-BB59-4E8C-8390-E1F646428F17}" dt="2025-11-13T07:37:44.860" v="449" actId="478"/>
          <ac:spMkLst>
            <pc:docMk/>
            <pc:sldMk cId="3291433698" sldId="2146847240"/>
            <ac:spMk id="17" creationId="{E9A10E61-005D-E6B5-8578-8E2D98388FAA}"/>
          </ac:spMkLst>
        </pc:spChg>
        <pc:spChg chg="add mod">
          <ac:chgData name="Bhavani S" userId="591fa8db-8382-473b-83b4-bfc157c48d07" providerId="ADAL" clId="{03FAE40E-BB59-4E8C-8390-E1F646428F17}" dt="2025-11-13T07:39:24.261" v="468" actId="255"/>
          <ac:spMkLst>
            <pc:docMk/>
            <pc:sldMk cId="3291433698" sldId="2146847240"/>
            <ac:spMk id="19" creationId="{DEE35B29-6949-8665-B0E1-6A3A7B398680}"/>
          </ac:spMkLst>
        </pc:spChg>
      </pc:sldChg>
      <pc:sldChg chg="add del">
        <pc:chgData name="Bhavani S" userId="591fa8db-8382-473b-83b4-bfc157c48d07" providerId="ADAL" clId="{03FAE40E-BB59-4E8C-8390-E1F646428F17}" dt="2025-11-13T07:48:03.911" v="539" actId="47"/>
        <pc:sldMkLst>
          <pc:docMk/>
          <pc:sldMk cId="504775658" sldId="2146847241"/>
        </pc:sldMkLst>
      </pc:sldChg>
      <pc:sldChg chg="delSp modSp add del mod">
        <pc:chgData name="Bhavani S" userId="591fa8db-8382-473b-83b4-bfc157c48d07" providerId="ADAL" clId="{03FAE40E-BB59-4E8C-8390-E1F646428F17}" dt="2025-11-13T08:12:36.667" v="576" actId="2696"/>
        <pc:sldMkLst>
          <pc:docMk/>
          <pc:sldMk cId="2495920859" sldId="2146847241"/>
        </pc:sldMkLst>
        <pc:spChg chg="del mod">
          <ac:chgData name="Bhavani S" userId="591fa8db-8382-473b-83b4-bfc157c48d07" providerId="ADAL" clId="{03FAE40E-BB59-4E8C-8390-E1F646428F17}" dt="2025-11-13T08:12:12.795" v="575"/>
          <ac:spMkLst>
            <pc:docMk/>
            <pc:sldMk cId="2495920859" sldId="2146847241"/>
            <ac:spMk id="4" creationId="{B1EADEA5-0871-0365-F8F1-575BC78E2F74}"/>
          </ac:spMkLst>
        </pc:spChg>
      </pc:sldChg>
      <pc:sldChg chg="addSp delSp modSp add del mod">
        <pc:chgData name="Bhavani S" userId="591fa8db-8382-473b-83b4-bfc157c48d07" providerId="ADAL" clId="{03FAE40E-BB59-4E8C-8390-E1F646428F17}" dt="2025-11-13T09:10:21.926" v="824" actId="2696"/>
        <pc:sldMkLst>
          <pc:docMk/>
          <pc:sldMk cId="2952366472" sldId="2146847242"/>
        </pc:sldMkLst>
        <pc:spChg chg="add">
          <ac:chgData name="Bhavani S" userId="591fa8db-8382-473b-83b4-bfc157c48d07" providerId="ADAL" clId="{03FAE40E-BB59-4E8C-8390-E1F646428F17}" dt="2025-11-13T08:17:17.737" v="600"/>
          <ac:spMkLst>
            <pc:docMk/>
            <pc:sldMk cId="2952366472" sldId="2146847242"/>
            <ac:spMk id="2" creationId="{238EAB74-9D73-E1E1-0D1B-83F6973B2756}"/>
          </ac:spMkLst>
        </pc:spChg>
        <pc:spChg chg="mod">
          <ac:chgData name="Bhavani S" userId="591fa8db-8382-473b-83b4-bfc157c48d07" providerId="ADAL" clId="{03FAE40E-BB59-4E8C-8390-E1F646428F17}" dt="2025-11-13T08:18:52.654" v="612" actId="1076"/>
          <ac:spMkLst>
            <pc:docMk/>
            <pc:sldMk cId="2952366472" sldId="2146847242"/>
            <ac:spMk id="4" creationId="{BE861457-A829-8D84-2294-D638D2E77B2F}"/>
          </ac:spMkLst>
        </pc:spChg>
        <pc:spChg chg="add mod">
          <ac:chgData name="Bhavani S" userId="591fa8db-8382-473b-83b4-bfc157c48d07" providerId="ADAL" clId="{03FAE40E-BB59-4E8C-8390-E1F646428F17}" dt="2025-11-13T08:17:24.098" v="601"/>
          <ac:spMkLst>
            <pc:docMk/>
            <pc:sldMk cId="2952366472" sldId="2146847242"/>
            <ac:spMk id="5" creationId="{96F88376-223B-5F69-A8B0-3349E886CC9F}"/>
          </ac:spMkLst>
        </pc:spChg>
        <pc:spChg chg="add mod">
          <ac:chgData name="Bhavani S" userId="591fa8db-8382-473b-83b4-bfc157c48d07" providerId="ADAL" clId="{03FAE40E-BB59-4E8C-8390-E1F646428F17}" dt="2025-11-13T08:17:32.139" v="603" actId="14100"/>
          <ac:spMkLst>
            <pc:docMk/>
            <pc:sldMk cId="2952366472" sldId="2146847242"/>
            <ac:spMk id="6" creationId="{FE23990D-FA35-0C94-B873-1AC136698CFB}"/>
          </ac:spMkLst>
        </pc:spChg>
        <pc:spChg chg="add del mod">
          <ac:chgData name="Bhavani S" userId="591fa8db-8382-473b-83b4-bfc157c48d07" providerId="ADAL" clId="{03FAE40E-BB59-4E8C-8390-E1F646428F17}" dt="2025-11-13T08:17:38.897" v="605" actId="478"/>
          <ac:spMkLst>
            <pc:docMk/>
            <pc:sldMk cId="2952366472" sldId="2146847242"/>
            <ac:spMk id="7" creationId="{F6B4FFAC-0853-343E-1976-A4FA645F7CFB}"/>
          </ac:spMkLst>
        </pc:spChg>
        <pc:spChg chg="add mod">
          <ac:chgData name="Bhavani S" userId="591fa8db-8382-473b-83b4-bfc157c48d07" providerId="ADAL" clId="{03FAE40E-BB59-4E8C-8390-E1F646428F17}" dt="2025-11-13T08:17:58.375" v="609" actId="14100"/>
          <ac:spMkLst>
            <pc:docMk/>
            <pc:sldMk cId="2952366472" sldId="2146847242"/>
            <ac:spMk id="8" creationId="{AC3914A5-94D1-A99F-8823-48AF41CB44B5}"/>
          </ac:spMkLst>
        </pc:spChg>
        <pc:spChg chg="add mod">
          <ac:chgData name="Bhavani S" userId="591fa8db-8382-473b-83b4-bfc157c48d07" providerId="ADAL" clId="{03FAE40E-BB59-4E8C-8390-E1F646428F17}" dt="2025-11-13T08:18:52.654" v="612" actId="1076"/>
          <ac:spMkLst>
            <pc:docMk/>
            <pc:sldMk cId="2952366472" sldId="2146847242"/>
            <ac:spMk id="9" creationId="{9022CF6B-3F6B-A745-5889-371B1D85236B}"/>
          </ac:spMkLst>
        </pc:spChg>
        <pc:picChg chg="add mod">
          <ac:chgData name="Bhavani S" userId="591fa8db-8382-473b-83b4-bfc157c48d07" providerId="ADAL" clId="{03FAE40E-BB59-4E8C-8390-E1F646428F17}" dt="2025-11-13T08:19:51.492" v="619" actId="1076"/>
          <ac:picMkLst>
            <pc:docMk/>
            <pc:sldMk cId="2952366472" sldId="2146847242"/>
            <ac:picMk id="10" creationId="{F8BEA827-09F6-021F-6E4D-5E5BBAD06766}"/>
          </ac:picMkLst>
        </pc:picChg>
      </pc:sldChg>
      <pc:sldChg chg="addSp delSp modSp add mod">
        <pc:chgData name="Bhavani S" userId="591fa8db-8382-473b-83b4-bfc157c48d07" providerId="ADAL" clId="{03FAE40E-BB59-4E8C-8390-E1F646428F17}" dt="2025-11-13T09:10:11.841" v="823" actId="478"/>
        <pc:sldMkLst>
          <pc:docMk/>
          <pc:sldMk cId="740524203" sldId="2146847243"/>
        </pc:sldMkLst>
        <pc:spChg chg="add del">
          <ac:chgData name="Bhavani S" userId="591fa8db-8382-473b-83b4-bfc157c48d07" providerId="ADAL" clId="{03FAE40E-BB59-4E8C-8390-E1F646428F17}" dt="2025-11-13T09:10:09.530" v="822" actId="478"/>
          <ac:spMkLst>
            <pc:docMk/>
            <pc:sldMk cId="740524203" sldId="2146847243"/>
            <ac:spMk id="3" creationId="{BB2A3AFA-2B08-46F6-AAA1-CB3839F25E19}"/>
          </ac:spMkLst>
        </pc:spChg>
        <pc:spChg chg="mod">
          <ac:chgData name="Bhavani S" userId="591fa8db-8382-473b-83b4-bfc157c48d07" providerId="ADAL" clId="{03FAE40E-BB59-4E8C-8390-E1F646428F17}" dt="2025-11-13T09:08:12.763" v="810" actId="255"/>
          <ac:spMkLst>
            <pc:docMk/>
            <pc:sldMk cId="740524203" sldId="2146847243"/>
            <ac:spMk id="4" creationId="{4135CE65-3FA8-4977-947A-545AE79E46D1}"/>
          </ac:spMkLst>
        </pc:spChg>
        <pc:spChg chg="mod">
          <ac:chgData name="Bhavani S" userId="591fa8db-8382-473b-83b4-bfc157c48d07" providerId="ADAL" clId="{03FAE40E-BB59-4E8C-8390-E1F646428F17}" dt="2025-11-13T09:08:30.148" v="812" actId="255"/>
          <ac:spMkLst>
            <pc:docMk/>
            <pc:sldMk cId="740524203" sldId="2146847243"/>
            <ac:spMk id="6" creationId="{32348A7F-6278-4C5B-A92F-5730AECFAD20}"/>
          </ac:spMkLst>
        </pc:spChg>
        <pc:spChg chg="mod">
          <ac:chgData name="Bhavani S" userId="591fa8db-8382-473b-83b4-bfc157c48d07" providerId="ADAL" clId="{03FAE40E-BB59-4E8C-8390-E1F646428F17}" dt="2025-11-13T09:08:45.519" v="814" actId="255"/>
          <ac:spMkLst>
            <pc:docMk/>
            <pc:sldMk cId="740524203" sldId="2146847243"/>
            <ac:spMk id="7" creationId="{269337E7-EDA5-4773-8A61-E0756879D639}"/>
          </ac:spMkLst>
        </pc:spChg>
        <pc:spChg chg="mod">
          <ac:chgData name="Bhavani S" userId="591fa8db-8382-473b-83b4-bfc157c48d07" providerId="ADAL" clId="{03FAE40E-BB59-4E8C-8390-E1F646428F17}" dt="2025-11-13T09:09:01.965" v="816" actId="255"/>
          <ac:spMkLst>
            <pc:docMk/>
            <pc:sldMk cId="740524203" sldId="2146847243"/>
            <ac:spMk id="8" creationId="{D8F2D181-DE27-4FAF-ABC1-7F142C92D324}"/>
          </ac:spMkLst>
        </pc:spChg>
        <pc:spChg chg="mod">
          <ac:chgData name="Bhavani S" userId="591fa8db-8382-473b-83b4-bfc157c48d07" providerId="ADAL" clId="{03FAE40E-BB59-4E8C-8390-E1F646428F17}" dt="2025-11-13T09:09:25.583" v="818" actId="255"/>
          <ac:spMkLst>
            <pc:docMk/>
            <pc:sldMk cId="740524203" sldId="2146847243"/>
            <ac:spMk id="9" creationId="{1F019D73-A88F-4F9A-BC68-B135F96C2D86}"/>
          </ac:spMkLst>
        </pc:spChg>
        <pc:spChg chg="del">
          <ac:chgData name="Bhavani S" userId="591fa8db-8382-473b-83b4-bfc157c48d07" providerId="ADAL" clId="{03FAE40E-BB59-4E8C-8390-E1F646428F17}" dt="2025-11-13T09:10:03.409" v="819" actId="478"/>
          <ac:spMkLst>
            <pc:docMk/>
            <pc:sldMk cId="740524203" sldId="2146847243"/>
            <ac:spMk id="10" creationId="{320C5196-C714-4248-BCFB-B15C3E700DAC}"/>
          </ac:spMkLst>
        </pc:spChg>
        <pc:spChg chg="del mod">
          <ac:chgData name="Bhavani S" userId="591fa8db-8382-473b-83b4-bfc157c48d07" providerId="ADAL" clId="{03FAE40E-BB59-4E8C-8390-E1F646428F17}" dt="2025-11-13T09:10:11.841" v="823" actId="478"/>
          <ac:spMkLst>
            <pc:docMk/>
            <pc:sldMk cId="740524203" sldId="2146847243"/>
            <ac:spMk id="14" creationId="{9F31E8C4-D037-480A-99FB-BAE6F6E7CCE8}"/>
          </ac:spMkLst>
        </pc:spChg>
      </pc:sldChg>
      <pc:sldChg chg="add del">
        <pc:chgData name="Bhavani S" userId="591fa8db-8382-473b-83b4-bfc157c48d07" providerId="ADAL" clId="{03FAE40E-BB59-4E8C-8390-E1F646428F17}" dt="2025-11-13T08:51:43.637" v="745" actId="2696"/>
        <pc:sldMkLst>
          <pc:docMk/>
          <pc:sldMk cId="1381395861" sldId="2146847243"/>
        </pc:sldMkLst>
      </pc:sldChg>
      <pc:sldChg chg="addSp delSp modSp new del mod">
        <pc:chgData name="Bhavani S" userId="591fa8db-8382-473b-83b4-bfc157c48d07" providerId="ADAL" clId="{03FAE40E-BB59-4E8C-8390-E1F646428F17}" dt="2025-11-13T09:02:11.274" v="786" actId="2696"/>
        <pc:sldMkLst>
          <pc:docMk/>
          <pc:sldMk cId="2476959483" sldId="2146847243"/>
        </pc:sldMkLst>
        <pc:spChg chg="add del">
          <ac:chgData name="Bhavani S" userId="591fa8db-8382-473b-83b4-bfc157c48d07" providerId="ADAL" clId="{03FAE40E-BB59-4E8C-8390-E1F646428F17}" dt="2025-11-13T08:57:39.512" v="757" actId="478"/>
          <ac:spMkLst>
            <pc:docMk/>
            <pc:sldMk cId="2476959483" sldId="2146847243"/>
            <ac:spMk id="2" creationId="{78254D7A-9928-18DD-C844-5ED1CAF93CC7}"/>
          </ac:spMkLst>
        </pc:spChg>
        <pc:spChg chg="add del mod">
          <ac:chgData name="Bhavani S" userId="591fa8db-8382-473b-83b4-bfc157c48d07" providerId="ADAL" clId="{03FAE40E-BB59-4E8C-8390-E1F646428F17}" dt="2025-11-13T08:57:51.992" v="759" actId="478"/>
          <ac:spMkLst>
            <pc:docMk/>
            <pc:sldMk cId="2476959483" sldId="2146847243"/>
            <ac:spMk id="3" creationId="{2BB940C6-C424-DDEB-58E6-0E21428B8C1B}"/>
          </ac:spMkLst>
        </pc:spChg>
        <pc:spChg chg="add del mod">
          <ac:chgData name="Bhavani S" userId="591fa8db-8382-473b-83b4-bfc157c48d07" providerId="ADAL" clId="{03FAE40E-BB59-4E8C-8390-E1F646428F17}" dt="2025-11-13T08:59:49.190" v="762" actId="478"/>
          <ac:spMkLst>
            <pc:docMk/>
            <pc:sldMk cId="2476959483" sldId="2146847243"/>
            <ac:spMk id="4" creationId="{56FED938-2459-8588-B256-E00F8643DA90}"/>
          </ac:spMkLst>
        </pc:spChg>
        <pc:spChg chg="add del">
          <ac:chgData name="Bhavani S" userId="591fa8db-8382-473b-83b4-bfc157c48d07" providerId="ADAL" clId="{03FAE40E-BB59-4E8C-8390-E1F646428F17}" dt="2025-11-13T08:59:49.190" v="762" actId="478"/>
          <ac:spMkLst>
            <pc:docMk/>
            <pc:sldMk cId="2476959483" sldId="2146847243"/>
            <ac:spMk id="5" creationId="{18F94656-FCC8-9404-A543-069BCD606FFA}"/>
          </ac:spMkLst>
        </pc:spChg>
        <pc:spChg chg="add mod">
          <ac:chgData name="Bhavani S" userId="591fa8db-8382-473b-83b4-bfc157c48d07" providerId="ADAL" clId="{03FAE40E-BB59-4E8C-8390-E1F646428F17}" dt="2025-11-13T09:00:47.080" v="772" actId="14100"/>
          <ac:spMkLst>
            <pc:docMk/>
            <pc:sldMk cId="2476959483" sldId="2146847243"/>
            <ac:spMk id="9" creationId="{9881494B-7569-C0D2-0B18-2CF78604FF54}"/>
          </ac:spMkLst>
        </pc:spChg>
        <pc:spChg chg="add mod">
          <ac:chgData name="Bhavani S" userId="591fa8db-8382-473b-83b4-bfc157c48d07" providerId="ADAL" clId="{03FAE40E-BB59-4E8C-8390-E1F646428F17}" dt="2025-11-13T09:01:09.471" v="776" actId="1076"/>
          <ac:spMkLst>
            <pc:docMk/>
            <pc:sldMk cId="2476959483" sldId="2146847243"/>
            <ac:spMk id="11" creationId="{07F79E87-CEEA-D5A7-4045-F993DDDC1328}"/>
          </ac:spMkLst>
        </pc:spChg>
        <pc:picChg chg="add mod">
          <ac:chgData name="Bhavani S" userId="591fa8db-8382-473b-83b4-bfc157c48d07" providerId="ADAL" clId="{03FAE40E-BB59-4E8C-8390-E1F646428F17}" dt="2025-11-13T09:00:24.943" v="767" actId="1076"/>
          <ac:picMkLst>
            <pc:docMk/>
            <pc:sldMk cId="2476959483" sldId="2146847243"/>
            <ac:picMk id="7" creationId="{BFA60CD2-35E8-D517-7B09-D20FBE87E660}"/>
          </ac:picMkLst>
        </pc:picChg>
      </pc:sldChg>
      <pc:sldChg chg="add del">
        <pc:chgData name="Bhavani S" userId="591fa8db-8382-473b-83b4-bfc157c48d07" providerId="ADAL" clId="{03FAE40E-BB59-4E8C-8390-E1F646428F17}" dt="2025-11-13T08:28:52.892" v="716" actId="2696"/>
        <pc:sldMkLst>
          <pc:docMk/>
          <pc:sldMk cId="2947952683" sldId="2146847243"/>
        </pc:sldMkLst>
      </pc:sldChg>
      <pc:sldChg chg="addSp modSp new del mod">
        <pc:chgData name="Bhavani S" userId="591fa8db-8382-473b-83b4-bfc157c48d07" providerId="ADAL" clId="{03FAE40E-BB59-4E8C-8390-E1F646428F17}" dt="2025-11-13T09:05:36.269" v="802" actId="2696"/>
        <pc:sldMkLst>
          <pc:docMk/>
          <pc:sldMk cId="2866346572" sldId="2146847244"/>
        </pc:sldMkLst>
        <pc:spChg chg="mod">
          <ac:chgData name="Bhavani S" userId="591fa8db-8382-473b-83b4-bfc157c48d07" providerId="ADAL" clId="{03FAE40E-BB59-4E8C-8390-E1F646428F17}" dt="2025-11-13T09:01:44.159" v="779"/>
          <ac:spMkLst>
            <pc:docMk/>
            <pc:sldMk cId="2866346572" sldId="2146847244"/>
            <ac:spMk id="2" creationId="{098223EB-3D87-CBB6-6D70-60AE810B9735}"/>
          </ac:spMkLst>
        </pc:spChg>
        <pc:spChg chg="mod">
          <ac:chgData name="Bhavani S" userId="591fa8db-8382-473b-83b4-bfc157c48d07" providerId="ADAL" clId="{03FAE40E-BB59-4E8C-8390-E1F646428F17}" dt="2025-11-13T09:01:52.629" v="782" actId="14100"/>
          <ac:spMkLst>
            <pc:docMk/>
            <pc:sldMk cId="2866346572" sldId="2146847244"/>
            <ac:spMk id="3" creationId="{02EB233E-6288-7BDB-5FE2-BB13788C999D}"/>
          </ac:spMkLst>
        </pc:spChg>
        <pc:picChg chg="add mod">
          <ac:chgData name="Bhavani S" userId="591fa8db-8382-473b-83b4-bfc157c48d07" providerId="ADAL" clId="{03FAE40E-BB59-4E8C-8390-E1F646428F17}" dt="2025-11-13T09:02:04.297" v="785" actId="1076"/>
          <ac:picMkLst>
            <pc:docMk/>
            <pc:sldMk cId="2866346572" sldId="2146847244"/>
            <ac:picMk id="4" creationId="{5C429A9A-0855-59F2-75E7-D501AD9D44ED}"/>
          </ac:picMkLst>
        </pc:picChg>
      </pc:sldChg>
      <pc:sldChg chg="addSp delSp modSp add mod">
        <pc:chgData name="Bhavani S" userId="591fa8db-8382-473b-83b4-bfc157c48d07" providerId="ADAL" clId="{03FAE40E-BB59-4E8C-8390-E1F646428F17}" dt="2025-11-13T14:01:29.503" v="1168" actId="1076"/>
        <pc:sldMkLst>
          <pc:docMk/>
          <pc:sldMk cId="3431459407" sldId="2146847244"/>
        </pc:sldMkLst>
        <pc:spChg chg="del">
          <ac:chgData name="Bhavani S" userId="591fa8db-8382-473b-83b4-bfc157c48d07" providerId="ADAL" clId="{03FAE40E-BB59-4E8C-8390-E1F646428F17}" dt="2025-11-13T13:47:47.451" v="1026" actId="478"/>
          <ac:spMkLst>
            <pc:docMk/>
            <pc:sldMk cId="3431459407" sldId="2146847244"/>
            <ac:spMk id="2" creationId="{9DA17F5E-CD66-D2D4-633A-D1D3FFE8F772}"/>
          </ac:spMkLst>
        </pc:spChg>
        <pc:spChg chg="add del mod">
          <ac:chgData name="Bhavani S" userId="591fa8db-8382-473b-83b4-bfc157c48d07" providerId="ADAL" clId="{03FAE40E-BB59-4E8C-8390-E1F646428F17}" dt="2025-11-13T13:47:47.451" v="1026" actId="478"/>
          <ac:spMkLst>
            <pc:docMk/>
            <pc:sldMk cId="3431459407" sldId="2146847244"/>
            <ac:spMk id="4" creationId="{683C9E4D-92C7-BFE1-132B-83398D5955F1}"/>
          </ac:spMkLst>
        </pc:spChg>
        <pc:spChg chg="add del mod">
          <ac:chgData name="Bhavani S" userId="591fa8db-8382-473b-83b4-bfc157c48d07" providerId="ADAL" clId="{03FAE40E-BB59-4E8C-8390-E1F646428F17}" dt="2025-11-13T13:48:29.631" v="1029" actId="478"/>
          <ac:spMkLst>
            <pc:docMk/>
            <pc:sldMk cId="3431459407" sldId="2146847244"/>
            <ac:spMk id="6" creationId="{33023BA0-51B0-F990-5FF7-6BDA2B19C997}"/>
          </ac:spMkLst>
        </pc:spChg>
        <pc:spChg chg="add mod">
          <ac:chgData name="Bhavani S" userId="591fa8db-8382-473b-83b4-bfc157c48d07" providerId="ADAL" clId="{03FAE40E-BB59-4E8C-8390-E1F646428F17}" dt="2025-11-13T13:51:00.519" v="1078" actId="255"/>
          <ac:spMkLst>
            <pc:docMk/>
            <pc:sldMk cId="3431459407" sldId="2146847244"/>
            <ac:spMk id="7" creationId="{C160E1E2-E39B-8B65-8293-8F7B7C6DAECB}"/>
          </ac:spMkLst>
        </pc:spChg>
        <pc:spChg chg="add del mod">
          <ac:chgData name="Bhavani S" userId="591fa8db-8382-473b-83b4-bfc157c48d07" providerId="ADAL" clId="{03FAE40E-BB59-4E8C-8390-E1F646428F17}" dt="2025-11-13T13:48:50.126" v="1032" actId="478"/>
          <ac:spMkLst>
            <pc:docMk/>
            <pc:sldMk cId="3431459407" sldId="2146847244"/>
            <ac:spMk id="8" creationId="{6B6EF963-4CD8-C02D-8E52-FC9CC9ED01CE}"/>
          </ac:spMkLst>
        </pc:spChg>
        <pc:spChg chg="mod">
          <ac:chgData name="Bhavani S" userId="591fa8db-8382-473b-83b4-bfc157c48d07" providerId="ADAL" clId="{03FAE40E-BB59-4E8C-8390-E1F646428F17}" dt="2025-11-13T13:51:11.723" v="1079" actId="20577"/>
          <ac:spMkLst>
            <pc:docMk/>
            <pc:sldMk cId="3431459407" sldId="2146847244"/>
            <ac:spMk id="11" creationId="{F4E4E223-B03D-CF30-7F72-F9D4A02A40B1}"/>
          </ac:spMkLst>
        </pc:spChg>
        <pc:spChg chg="mod">
          <ac:chgData name="Bhavani S" userId="591fa8db-8382-473b-83b4-bfc157c48d07" providerId="ADAL" clId="{03FAE40E-BB59-4E8C-8390-E1F646428F17}" dt="2025-11-13T13:48:13.136" v="1028"/>
          <ac:spMkLst>
            <pc:docMk/>
            <pc:sldMk cId="3431459407" sldId="2146847244"/>
            <ac:spMk id="15" creationId="{1DA412E3-05B7-8F4A-D7DC-0594955EFEA5}"/>
          </ac:spMkLst>
        </pc:spChg>
        <pc:spChg chg="mod">
          <ac:chgData name="Bhavani S" userId="591fa8db-8382-473b-83b4-bfc157c48d07" providerId="ADAL" clId="{03FAE40E-BB59-4E8C-8390-E1F646428F17}" dt="2025-11-13T13:59:00.407" v="1152" actId="20577"/>
          <ac:spMkLst>
            <pc:docMk/>
            <pc:sldMk cId="3431459407" sldId="2146847244"/>
            <ac:spMk id="16" creationId="{8338C3AB-D7A9-A138-A148-B88AF241C6F1}"/>
          </ac:spMkLst>
        </pc:spChg>
        <pc:spChg chg="mod">
          <ac:chgData name="Bhavani S" userId="591fa8db-8382-473b-83b4-bfc157c48d07" providerId="ADAL" clId="{03FAE40E-BB59-4E8C-8390-E1F646428F17}" dt="2025-11-13T13:58:47.646" v="1150" actId="1076"/>
          <ac:spMkLst>
            <pc:docMk/>
            <pc:sldMk cId="3431459407" sldId="2146847244"/>
            <ac:spMk id="19" creationId="{BDCF1B57-9BDE-993D-6C6A-C137930C0D35}"/>
          </ac:spMkLst>
        </pc:spChg>
        <pc:spChg chg="mod">
          <ac:chgData name="Bhavani S" userId="591fa8db-8382-473b-83b4-bfc157c48d07" providerId="ADAL" clId="{03FAE40E-BB59-4E8C-8390-E1F646428F17}" dt="2025-11-13T13:58:53.623" v="1151" actId="14100"/>
          <ac:spMkLst>
            <pc:docMk/>
            <pc:sldMk cId="3431459407" sldId="2146847244"/>
            <ac:spMk id="20" creationId="{F3C956C5-0B7D-97B6-37E7-CA56084C5310}"/>
          </ac:spMkLst>
        </pc:spChg>
        <pc:spChg chg="mod">
          <ac:chgData name="Bhavani S" userId="591fa8db-8382-473b-83b4-bfc157c48d07" providerId="ADAL" clId="{03FAE40E-BB59-4E8C-8390-E1F646428F17}" dt="2025-11-13T13:58:15.380" v="1142"/>
          <ac:spMkLst>
            <pc:docMk/>
            <pc:sldMk cId="3431459407" sldId="2146847244"/>
            <ac:spMk id="21" creationId="{1962A650-08CA-EE5B-5E0C-907089336373}"/>
          </ac:spMkLst>
        </pc:spChg>
        <pc:spChg chg="mod">
          <ac:chgData name="Bhavani S" userId="591fa8db-8382-473b-83b4-bfc157c48d07" providerId="ADAL" clId="{03FAE40E-BB59-4E8C-8390-E1F646428F17}" dt="2025-11-13T13:55:47.008" v="1123"/>
          <ac:spMkLst>
            <pc:docMk/>
            <pc:sldMk cId="3431459407" sldId="2146847244"/>
            <ac:spMk id="23" creationId="{E0953F46-ED8E-CD63-D003-1267E69E2AE0}"/>
          </ac:spMkLst>
        </pc:spChg>
        <pc:spChg chg="mod">
          <ac:chgData name="Bhavani S" userId="591fa8db-8382-473b-83b4-bfc157c48d07" providerId="ADAL" clId="{03FAE40E-BB59-4E8C-8390-E1F646428F17}" dt="2025-11-13T13:56:45.309" v="1129" actId="20577"/>
          <ac:spMkLst>
            <pc:docMk/>
            <pc:sldMk cId="3431459407" sldId="2146847244"/>
            <ac:spMk id="24" creationId="{379AEA53-5C80-E86C-CE98-807563E3FA23}"/>
          </ac:spMkLst>
        </pc:spChg>
        <pc:spChg chg="mod">
          <ac:chgData name="Bhavani S" userId="591fa8db-8382-473b-83b4-bfc157c48d07" providerId="ADAL" clId="{03FAE40E-BB59-4E8C-8390-E1F646428F17}" dt="2025-11-13T13:55:47.008" v="1123"/>
          <ac:spMkLst>
            <pc:docMk/>
            <pc:sldMk cId="3431459407" sldId="2146847244"/>
            <ac:spMk id="25" creationId="{2381B4FD-11DA-A1A8-F8DF-FD187DC6B8E7}"/>
          </ac:spMkLst>
        </pc:spChg>
        <pc:spChg chg="add mod">
          <ac:chgData name="Bhavani S" userId="591fa8db-8382-473b-83b4-bfc157c48d07" providerId="ADAL" clId="{03FAE40E-BB59-4E8C-8390-E1F646428F17}" dt="2025-11-13T13:56:39.959" v="1128" actId="20577"/>
          <ac:spMkLst>
            <pc:docMk/>
            <pc:sldMk cId="3431459407" sldId="2146847244"/>
            <ac:spMk id="27" creationId="{4A9B79EE-2FE0-FD42-DCD7-88E5E959D1B6}"/>
          </ac:spMkLst>
        </pc:spChg>
        <pc:spChg chg="add mod">
          <ac:chgData name="Bhavani S" userId="591fa8db-8382-473b-83b4-bfc157c48d07" providerId="ADAL" clId="{03FAE40E-BB59-4E8C-8390-E1F646428F17}" dt="2025-11-13T13:59:53.138" v="1162" actId="1076"/>
          <ac:spMkLst>
            <pc:docMk/>
            <pc:sldMk cId="3431459407" sldId="2146847244"/>
            <ac:spMk id="29" creationId="{26907BF8-6B16-AF71-961A-BB0CCBF75EC0}"/>
          </ac:spMkLst>
        </pc:spChg>
        <pc:spChg chg="add mod">
          <ac:chgData name="Bhavani S" userId="591fa8db-8382-473b-83b4-bfc157c48d07" providerId="ADAL" clId="{03FAE40E-BB59-4E8C-8390-E1F646428F17}" dt="2025-11-13T13:59:57.701" v="1163" actId="1076"/>
          <ac:spMkLst>
            <pc:docMk/>
            <pc:sldMk cId="3431459407" sldId="2146847244"/>
            <ac:spMk id="31" creationId="{F0309212-5B77-B99D-44AD-F1466493D5DB}"/>
          </ac:spMkLst>
        </pc:spChg>
        <pc:grpChg chg="mod">
          <ac:chgData name="Bhavani S" userId="591fa8db-8382-473b-83b4-bfc157c48d07" providerId="ADAL" clId="{03FAE40E-BB59-4E8C-8390-E1F646428F17}" dt="2025-11-13T13:53:12.727" v="1104" actId="14100"/>
          <ac:grpSpMkLst>
            <pc:docMk/>
            <pc:sldMk cId="3431459407" sldId="2146847244"/>
            <ac:grpSpMk id="9" creationId="{77C01550-9AF2-12AA-6FEF-D4210E6A1C1C}"/>
          </ac:grpSpMkLst>
        </pc:grpChg>
        <pc:grpChg chg="mod">
          <ac:chgData name="Bhavani S" userId="591fa8db-8382-473b-83b4-bfc157c48d07" providerId="ADAL" clId="{03FAE40E-BB59-4E8C-8390-E1F646428F17}" dt="2025-11-13T13:50:16.726" v="1046" actId="1076"/>
          <ac:grpSpMkLst>
            <pc:docMk/>
            <pc:sldMk cId="3431459407" sldId="2146847244"/>
            <ac:grpSpMk id="14" creationId="{1BE48EAD-AFB5-14FE-B265-09CCF84A91E7}"/>
          </ac:grpSpMkLst>
        </pc:grpChg>
        <pc:grpChg chg="mod">
          <ac:chgData name="Bhavani S" userId="591fa8db-8382-473b-83b4-bfc157c48d07" providerId="ADAL" clId="{03FAE40E-BB59-4E8C-8390-E1F646428F17}" dt="2025-11-13T13:58:15.380" v="1142"/>
          <ac:grpSpMkLst>
            <pc:docMk/>
            <pc:sldMk cId="3431459407" sldId="2146847244"/>
            <ac:grpSpMk id="18" creationId="{0E7D9DA6-C407-B00B-5C52-C12CF055E732}"/>
          </ac:grpSpMkLst>
        </pc:grpChg>
        <pc:grpChg chg="mod">
          <ac:chgData name="Bhavani S" userId="591fa8db-8382-473b-83b4-bfc157c48d07" providerId="ADAL" clId="{03FAE40E-BB59-4E8C-8390-E1F646428F17}" dt="2025-11-13T13:55:47.008" v="1123"/>
          <ac:grpSpMkLst>
            <pc:docMk/>
            <pc:sldMk cId="3431459407" sldId="2146847244"/>
            <ac:grpSpMk id="22" creationId="{6DED1DBE-6071-6E37-B04D-6F18AF58019A}"/>
          </ac:grpSpMkLst>
        </pc:grpChg>
        <pc:picChg chg="del">
          <ac:chgData name="Bhavani S" userId="591fa8db-8382-473b-83b4-bfc157c48d07" providerId="ADAL" clId="{03FAE40E-BB59-4E8C-8390-E1F646428F17}" dt="2025-11-13T13:47:44.793" v="1025" actId="478"/>
          <ac:picMkLst>
            <pc:docMk/>
            <pc:sldMk cId="3431459407" sldId="2146847244"/>
            <ac:picMk id="12" creationId="{A3BDBCAE-F1D1-C2B5-1E09-D64F0EE80E72}"/>
          </ac:picMkLst>
        </pc:picChg>
        <pc:picChg chg="add mod">
          <ac:chgData name="Bhavani S" userId="591fa8db-8382-473b-83b4-bfc157c48d07" providerId="ADAL" clId="{03FAE40E-BB59-4E8C-8390-E1F646428F17}" dt="2025-11-13T14:01:29.503" v="1168" actId="1076"/>
          <ac:picMkLst>
            <pc:docMk/>
            <pc:sldMk cId="3431459407" sldId="2146847244"/>
            <ac:picMk id="32" creationId="{DF66FC74-29D3-8D72-28B8-1509886E82DB}"/>
          </ac:picMkLst>
        </pc:picChg>
      </pc:sldChg>
      <pc:sldChg chg="modSp add del mod">
        <pc:chgData name="Bhavani S" userId="591fa8db-8382-473b-83b4-bfc157c48d07" providerId="ADAL" clId="{03FAE40E-BB59-4E8C-8390-E1F646428F17}" dt="2025-11-13T14:25:21.485" v="1295" actId="47"/>
        <pc:sldMkLst>
          <pc:docMk/>
          <pc:sldMk cId="742059489" sldId="2146847245"/>
        </pc:sldMkLst>
        <pc:spChg chg="mod">
          <ac:chgData name="Bhavani S" userId="591fa8db-8382-473b-83b4-bfc157c48d07" providerId="ADAL" clId="{03FAE40E-BB59-4E8C-8390-E1F646428F17}" dt="2025-11-13T14:19:19.739" v="1258" actId="108"/>
          <ac:spMkLst>
            <pc:docMk/>
            <pc:sldMk cId="742059489" sldId="2146847245"/>
            <ac:spMk id="3" creationId="{4F2042C2-7CBB-1849-0ADF-FF263CD308D2}"/>
          </ac:spMkLst>
        </pc:spChg>
      </pc:sldChg>
      <pc:sldChg chg="addSp delSp modSp add del mod">
        <pc:chgData name="Bhavani S" userId="591fa8db-8382-473b-83b4-bfc157c48d07" providerId="ADAL" clId="{03FAE40E-BB59-4E8C-8390-E1F646428F17}" dt="2025-11-13T14:36:57.484" v="1331" actId="47"/>
        <pc:sldMkLst>
          <pc:docMk/>
          <pc:sldMk cId="1904909899" sldId="2146847245"/>
        </pc:sldMkLst>
        <pc:spChg chg="del">
          <ac:chgData name="Bhavani S" userId="591fa8db-8382-473b-83b4-bfc157c48d07" providerId="ADAL" clId="{03FAE40E-BB59-4E8C-8390-E1F646428F17}" dt="2025-11-13T14:33:20.066" v="1307" actId="478"/>
          <ac:spMkLst>
            <pc:docMk/>
            <pc:sldMk cId="1904909899" sldId="2146847245"/>
            <ac:spMk id="2" creationId="{052A1FE5-2C59-2931-72AD-90E53FD5A41F}"/>
          </ac:spMkLst>
        </pc:spChg>
        <pc:spChg chg="del mod">
          <ac:chgData name="Bhavani S" userId="591fa8db-8382-473b-83b4-bfc157c48d07" providerId="ADAL" clId="{03FAE40E-BB59-4E8C-8390-E1F646428F17}" dt="2025-11-13T14:33:20.066" v="1307" actId="478"/>
          <ac:spMkLst>
            <pc:docMk/>
            <pc:sldMk cId="1904909899" sldId="2146847245"/>
            <ac:spMk id="3" creationId="{C3540069-078D-1F96-DA72-220A8259383D}"/>
          </ac:spMkLst>
        </pc:spChg>
        <pc:spChg chg="add del mod">
          <ac:chgData name="Bhavani S" userId="591fa8db-8382-473b-83b4-bfc157c48d07" providerId="ADAL" clId="{03FAE40E-BB59-4E8C-8390-E1F646428F17}" dt="2025-11-13T14:33:22.492" v="1308" actId="478"/>
          <ac:spMkLst>
            <pc:docMk/>
            <pc:sldMk cId="1904909899" sldId="2146847245"/>
            <ac:spMk id="5" creationId="{ED5C0BCD-D929-450E-B839-EA8F54C0C449}"/>
          </ac:spMkLst>
        </pc:spChg>
        <pc:spChg chg="add del mod">
          <ac:chgData name="Bhavani S" userId="591fa8db-8382-473b-83b4-bfc157c48d07" providerId="ADAL" clId="{03FAE40E-BB59-4E8C-8390-E1F646428F17}" dt="2025-11-13T14:33:38.244" v="1310" actId="26606"/>
          <ac:spMkLst>
            <pc:docMk/>
            <pc:sldMk cId="1904909899" sldId="2146847245"/>
            <ac:spMk id="6" creationId="{0F532151-AA6D-E61E-CDD2-209EA4DBA4CD}"/>
          </ac:spMkLst>
        </pc:spChg>
        <pc:spChg chg="add del mod">
          <ac:chgData name="Bhavani S" userId="591fa8db-8382-473b-83b4-bfc157c48d07" providerId="ADAL" clId="{03FAE40E-BB59-4E8C-8390-E1F646428F17}" dt="2025-11-13T14:33:56.634" v="1314" actId="478"/>
          <ac:spMkLst>
            <pc:docMk/>
            <pc:sldMk cId="1904909899" sldId="2146847245"/>
            <ac:spMk id="7" creationId="{7D3DCB0F-9698-554C-3E6C-D80B76928CE7}"/>
          </ac:spMkLst>
        </pc:spChg>
        <pc:spChg chg="add del mod">
          <ac:chgData name="Bhavani S" userId="591fa8db-8382-473b-83b4-bfc157c48d07" providerId="ADAL" clId="{03FAE40E-BB59-4E8C-8390-E1F646428F17}" dt="2025-11-13T14:33:56.634" v="1314" actId="478"/>
          <ac:spMkLst>
            <pc:docMk/>
            <pc:sldMk cId="1904909899" sldId="2146847245"/>
            <ac:spMk id="8" creationId="{5ACF67F2-C5A6-477C-253D-0838CDD5CE84}"/>
          </ac:spMkLst>
        </pc:spChg>
        <pc:spChg chg="add del mod">
          <ac:chgData name="Bhavani S" userId="591fa8db-8382-473b-83b4-bfc157c48d07" providerId="ADAL" clId="{03FAE40E-BB59-4E8C-8390-E1F646428F17}" dt="2025-11-13T14:33:38.244" v="1310" actId="26606"/>
          <ac:spMkLst>
            <pc:docMk/>
            <pc:sldMk cId="1904909899" sldId="2146847245"/>
            <ac:spMk id="9" creationId="{57D11054-69FE-2359-89B0-A1F25B924A0E}"/>
          </ac:spMkLst>
        </pc:spChg>
        <pc:spChg chg="add mod">
          <ac:chgData name="Bhavani S" userId="591fa8db-8382-473b-83b4-bfc157c48d07" providerId="ADAL" clId="{03FAE40E-BB59-4E8C-8390-E1F646428F17}" dt="2025-11-13T14:35:54.671" v="1326" actId="255"/>
          <ac:spMkLst>
            <pc:docMk/>
            <pc:sldMk cId="1904909899" sldId="2146847245"/>
            <ac:spMk id="12" creationId="{103496E0-BEC9-D5B0-DB39-61D50970453F}"/>
          </ac:spMkLst>
        </pc:spChg>
        <pc:spChg chg="add mod">
          <ac:chgData name="Bhavani S" userId="591fa8db-8382-473b-83b4-bfc157c48d07" providerId="ADAL" clId="{03FAE40E-BB59-4E8C-8390-E1F646428F17}" dt="2025-11-13T14:36:01.995" v="1327" actId="255"/>
          <ac:spMkLst>
            <pc:docMk/>
            <pc:sldMk cId="1904909899" sldId="2146847245"/>
            <ac:spMk id="14" creationId="{7497D50D-B6F9-50CC-0881-E07082931D73}"/>
          </ac:spMkLst>
        </pc:spChg>
        <pc:spChg chg="add mod">
          <ac:chgData name="Bhavani S" userId="591fa8db-8382-473b-83b4-bfc157c48d07" providerId="ADAL" clId="{03FAE40E-BB59-4E8C-8390-E1F646428F17}" dt="2025-11-13T14:36:41.415" v="1330"/>
          <ac:spMkLst>
            <pc:docMk/>
            <pc:sldMk cId="1904909899" sldId="2146847245"/>
            <ac:spMk id="15" creationId="{0EDBDDD6-231B-9A9B-95CC-640A04B6A7D0}"/>
          </ac:spMkLst>
        </pc:spChg>
        <pc:spChg chg="add mod">
          <ac:chgData name="Bhavani S" userId="591fa8db-8382-473b-83b4-bfc157c48d07" providerId="ADAL" clId="{03FAE40E-BB59-4E8C-8390-E1F646428F17}" dt="2025-11-13T14:36:41.415" v="1330"/>
          <ac:spMkLst>
            <pc:docMk/>
            <pc:sldMk cId="1904909899" sldId="2146847245"/>
            <ac:spMk id="16" creationId="{311999DE-37EB-CB54-BC84-F80274D01824}"/>
          </ac:spMkLst>
        </pc:spChg>
        <pc:spChg chg="add mod">
          <ac:chgData name="Bhavani S" userId="591fa8db-8382-473b-83b4-bfc157c48d07" providerId="ADAL" clId="{03FAE40E-BB59-4E8C-8390-E1F646428F17}" dt="2025-11-13T14:36:41.415" v="1330"/>
          <ac:spMkLst>
            <pc:docMk/>
            <pc:sldMk cId="1904909899" sldId="2146847245"/>
            <ac:spMk id="17" creationId="{C34FDE1F-DD0E-9E4E-B51F-0BBC0B3B38D6}"/>
          </ac:spMkLst>
        </pc:spChg>
        <pc:spChg chg="add mod">
          <ac:chgData name="Bhavani S" userId="591fa8db-8382-473b-83b4-bfc157c48d07" providerId="ADAL" clId="{03FAE40E-BB59-4E8C-8390-E1F646428F17}" dt="2025-11-13T14:36:41.415" v="1330"/>
          <ac:spMkLst>
            <pc:docMk/>
            <pc:sldMk cId="1904909899" sldId="2146847245"/>
            <ac:spMk id="18" creationId="{D39566F4-E7BC-983B-6140-AE826E8ED7EC}"/>
          </ac:spMkLst>
        </pc:spChg>
        <pc:picChg chg="add del mod">
          <ac:chgData name="Bhavani S" userId="591fa8db-8382-473b-83b4-bfc157c48d07" providerId="ADAL" clId="{03FAE40E-BB59-4E8C-8390-E1F646428F17}" dt="2025-11-13T14:33:56.634" v="1314" actId="478"/>
          <ac:picMkLst>
            <pc:docMk/>
            <pc:sldMk cId="1904909899" sldId="2146847245"/>
            <ac:picMk id="10" creationId="{AF36C378-F023-099E-1E78-BDAA43723C17}"/>
          </ac:picMkLst>
        </pc:picChg>
        <pc:picChg chg="add mod">
          <ac:chgData name="Bhavani S" userId="591fa8db-8382-473b-83b4-bfc157c48d07" providerId="ADAL" clId="{03FAE40E-BB59-4E8C-8390-E1F646428F17}" dt="2025-11-13T14:36:41.415" v="1330"/>
          <ac:picMkLst>
            <pc:docMk/>
            <pc:sldMk cId="1904909899" sldId="2146847245"/>
            <ac:picMk id="19" creationId="{8F7D6051-A873-24E5-E4D3-055CCE8C3D1E}"/>
          </ac:picMkLst>
        </pc:picChg>
        <pc:picChg chg="add mod">
          <ac:chgData name="Bhavani S" userId="591fa8db-8382-473b-83b4-bfc157c48d07" providerId="ADAL" clId="{03FAE40E-BB59-4E8C-8390-E1F646428F17}" dt="2025-11-13T14:36:23.133" v="1329" actId="1076"/>
          <ac:picMkLst>
            <pc:docMk/>
            <pc:sldMk cId="1904909899" sldId="2146847245"/>
            <ac:picMk id="3074" creationId="{35716DA1-5CCC-F302-D747-292248165F10}"/>
          </ac:picMkLst>
        </pc:picChg>
      </pc:sldChg>
      <pc:sldChg chg="add del">
        <pc:chgData name="Bhavani S" userId="591fa8db-8382-473b-83b4-bfc157c48d07" providerId="ADAL" clId="{03FAE40E-BB59-4E8C-8390-E1F646428F17}" dt="2025-11-13T14:40:00.015" v="1335" actId="2696"/>
        <pc:sldMkLst>
          <pc:docMk/>
          <pc:sldMk cId="1973102763" sldId="2146847245"/>
        </pc:sldMkLst>
      </pc:sldChg>
      <pc:sldChg chg="addSp delSp modSp add mod">
        <pc:chgData name="Bhavani S" userId="591fa8db-8382-473b-83b4-bfc157c48d07" providerId="ADAL" clId="{03FAE40E-BB59-4E8C-8390-E1F646428F17}" dt="2025-11-14T04:58:09.501" v="1409" actId="1076"/>
        <pc:sldMkLst>
          <pc:docMk/>
          <pc:sldMk cId="3265191975" sldId="2146847245"/>
        </pc:sldMkLst>
        <pc:spChg chg="mod">
          <ac:chgData name="Bhavani S" userId="591fa8db-8382-473b-83b4-bfc157c48d07" providerId="ADAL" clId="{03FAE40E-BB59-4E8C-8390-E1F646428F17}" dt="2025-11-14T04:56:10.256" v="1396" actId="1076"/>
          <ac:spMkLst>
            <pc:docMk/>
            <pc:sldMk cId="3265191975" sldId="2146847245"/>
            <ac:spMk id="2" creationId="{BD792146-F57C-F0B9-5495-396660D9431C}"/>
          </ac:spMkLst>
        </pc:spChg>
        <pc:spChg chg="del mod">
          <ac:chgData name="Bhavani S" userId="591fa8db-8382-473b-83b4-bfc157c48d07" providerId="ADAL" clId="{03FAE40E-BB59-4E8C-8390-E1F646428F17}" dt="2025-11-14T04:55:09.809" v="1382" actId="478"/>
          <ac:spMkLst>
            <pc:docMk/>
            <pc:sldMk cId="3265191975" sldId="2146847245"/>
            <ac:spMk id="3" creationId="{1FABE347-6B2F-D954-99F4-DDC34ADBC570}"/>
          </ac:spMkLst>
        </pc:spChg>
        <pc:spChg chg="add mod ord">
          <ac:chgData name="Bhavani S" userId="591fa8db-8382-473b-83b4-bfc157c48d07" providerId="ADAL" clId="{03FAE40E-BB59-4E8C-8390-E1F646428F17}" dt="2025-11-14T04:57:27.524" v="1405" actId="1076"/>
          <ac:spMkLst>
            <pc:docMk/>
            <pc:sldMk cId="3265191975" sldId="2146847245"/>
            <ac:spMk id="9" creationId="{8449D4F5-500C-97F2-4277-3A4EDC12E908}"/>
          </ac:spMkLst>
        </pc:spChg>
        <pc:spChg chg="add mod">
          <ac:chgData name="Bhavani S" userId="591fa8db-8382-473b-83b4-bfc157c48d07" providerId="ADAL" clId="{03FAE40E-BB59-4E8C-8390-E1F646428F17}" dt="2025-11-14T04:57:37.667" v="1407" actId="1076"/>
          <ac:spMkLst>
            <pc:docMk/>
            <pc:sldMk cId="3265191975" sldId="2146847245"/>
            <ac:spMk id="10" creationId="{495C7CA6-2BED-B684-6D7D-E9DEF3B97363}"/>
          </ac:spMkLst>
        </pc:spChg>
        <pc:spChg chg="add mod">
          <ac:chgData name="Bhavani S" userId="591fa8db-8382-473b-83b4-bfc157c48d07" providerId="ADAL" clId="{03FAE40E-BB59-4E8C-8390-E1F646428F17}" dt="2025-11-14T04:58:09.501" v="1409" actId="1076"/>
          <ac:spMkLst>
            <pc:docMk/>
            <pc:sldMk cId="3265191975" sldId="2146847245"/>
            <ac:spMk id="11" creationId="{F0C518AD-AF09-061D-971B-84D5B2A52AC7}"/>
          </ac:spMkLst>
        </pc:spChg>
        <pc:picChg chg="del">
          <ac:chgData name="Bhavani S" userId="591fa8db-8382-473b-83b4-bfc157c48d07" providerId="ADAL" clId="{03FAE40E-BB59-4E8C-8390-E1F646428F17}" dt="2025-11-14T04:51:19.659" v="1356" actId="478"/>
          <ac:picMkLst>
            <pc:docMk/>
            <pc:sldMk cId="3265191975" sldId="2146847245"/>
            <ac:picMk id="7" creationId="{DFA4D11E-4D48-1EA1-23D8-F1366578752E}"/>
          </ac:picMkLst>
        </pc:picChg>
        <pc:picChg chg="add mod">
          <ac:chgData name="Bhavani S" userId="591fa8db-8382-473b-83b4-bfc157c48d07" providerId="ADAL" clId="{03FAE40E-BB59-4E8C-8390-E1F646428F17}" dt="2025-11-14T04:57:21.852" v="1404" actId="1076"/>
          <ac:picMkLst>
            <pc:docMk/>
            <pc:sldMk cId="3265191975" sldId="2146847245"/>
            <ac:picMk id="8" creationId="{8C97D5D4-76B3-1515-EE61-A8E3DA4CE21F}"/>
          </ac:picMkLst>
        </pc:picChg>
      </pc:sldChg>
      <pc:sldChg chg="add del">
        <pc:chgData name="Bhavani S" userId="591fa8db-8382-473b-83b4-bfc157c48d07" providerId="ADAL" clId="{03FAE40E-BB59-4E8C-8390-E1F646428F17}" dt="2025-11-14T05:15:57.690" v="1464" actId="2890"/>
        <pc:sldMkLst>
          <pc:docMk/>
          <pc:sldMk cId="1972436705" sldId="2146847246"/>
        </pc:sldMkLst>
      </pc:sldChg>
      <pc:sldChg chg="addSp delSp modSp add mod setBg setClrOvrMap">
        <pc:chgData name="Bhavani S" userId="591fa8db-8382-473b-83b4-bfc157c48d07" providerId="ADAL" clId="{03FAE40E-BB59-4E8C-8390-E1F646428F17}" dt="2025-11-14T05:23:47.501" v="1498" actId="26606"/>
        <pc:sldMkLst>
          <pc:docMk/>
          <pc:sldMk cId="3101790090" sldId="2146847246"/>
        </pc:sldMkLst>
        <pc:spChg chg="mod">
          <ac:chgData name="Bhavani S" userId="591fa8db-8382-473b-83b4-bfc157c48d07" providerId="ADAL" clId="{03FAE40E-BB59-4E8C-8390-E1F646428F17}" dt="2025-11-14T05:23:47.501" v="1498" actId="26606"/>
          <ac:spMkLst>
            <pc:docMk/>
            <pc:sldMk cId="3101790090" sldId="2146847246"/>
            <ac:spMk id="2" creationId="{F04977E0-CAC7-D0A5-E8A5-74238C02FF7B}"/>
          </ac:spMkLst>
        </pc:spChg>
        <pc:spChg chg="mod">
          <ac:chgData name="Bhavani S" userId="591fa8db-8382-473b-83b4-bfc157c48d07" providerId="ADAL" clId="{03FAE40E-BB59-4E8C-8390-E1F646428F17}" dt="2025-11-14T05:23:47.501" v="1498" actId="26606"/>
          <ac:spMkLst>
            <pc:docMk/>
            <pc:sldMk cId="3101790090" sldId="2146847246"/>
            <ac:spMk id="3" creationId="{44860437-8060-9A99-9A0C-7DDE5C604320}"/>
          </ac:spMkLst>
        </pc:spChg>
        <pc:spChg chg="add del">
          <ac:chgData name="Bhavani S" userId="591fa8db-8382-473b-83b4-bfc157c48d07" providerId="ADAL" clId="{03FAE40E-BB59-4E8C-8390-E1F646428F17}" dt="2025-11-14T05:23:47.494" v="1497" actId="26606"/>
          <ac:spMkLst>
            <pc:docMk/>
            <pc:sldMk cId="3101790090" sldId="2146847246"/>
            <ac:spMk id="6" creationId="{E7BBC551-30DE-45DA-907B-61CA772DACCD}"/>
          </ac:spMkLst>
        </pc:spChg>
        <pc:spChg chg="add">
          <ac:chgData name="Bhavani S" userId="591fa8db-8382-473b-83b4-bfc157c48d07" providerId="ADAL" clId="{03FAE40E-BB59-4E8C-8390-E1F646428F17}" dt="2025-11-14T05:23:47.501" v="1498" actId="26606"/>
          <ac:spMkLst>
            <pc:docMk/>
            <pc:sldMk cId="3101790090" sldId="2146847246"/>
            <ac:spMk id="8" creationId="{0EF8982E-02F0-4D24-85CB-98DEBCC3226A}"/>
          </ac:spMkLst>
        </pc:spChg>
        <pc:spChg chg="add del">
          <ac:chgData name="Bhavani S" userId="591fa8db-8382-473b-83b4-bfc157c48d07" providerId="ADAL" clId="{03FAE40E-BB59-4E8C-8390-E1F646428F17}" dt="2025-11-14T05:23:10.528" v="1493" actId="26606"/>
          <ac:spMkLst>
            <pc:docMk/>
            <pc:sldMk cId="3101790090" sldId="2146847246"/>
            <ac:spMk id="9" creationId="{0EF8982E-02F0-4D24-85CB-98DEBCC3226A}"/>
          </ac:spMkLst>
        </pc:spChg>
        <pc:spChg chg="add">
          <ac:chgData name="Bhavani S" userId="591fa8db-8382-473b-83b4-bfc157c48d07" providerId="ADAL" clId="{03FAE40E-BB59-4E8C-8390-E1F646428F17}" dt="2025-11-14T05:23:47.501" v="1498" actId="26606"/>
          <ac:spMkLst>
            <pc:docMk/>
            <pc:sldMk cId="3101790090" sldId="2146847246"/>
            <ac:spMk id="10" creationId="{2CB72970-2D5B-4516-9F76-B1220A77B6AB}"/>
          </ac:spMkLst>
        </pc:spChg>
        <pc:spChg chg="add del">
          <ac:chgData name="Bhavani S" userId="591fa8db-8382-473b-83b4-bfc157c48d07" providerId="ADAL" clId="{03FAE40E-BB59-4E8C-8390-E1F646428F17}" dt="2025-11-14T05:23:10.528" v="1493" actId="26606"/>
          <ac:spMkLst>
            <pc:docMk/>
            <pc:sldMk cId="3101790090" sldId="2146847246"/>
            <ac:spMk id="11" creationId="{2CB72970-2D5B-4516-9F76-B1220A77B6AB}"/>
          </ac:spMkLst>
        </pc:spChg>
        <pc:picChg chg="add mod ord">
          <ac:chgData name="Bhavani S" userId="591fa8db-8382-473b-83b4-bfc157c48d07" providerId="ADAL" clId="{03FAE40E-BB59-4E8C-8390-E1F646428F17}" dt="2025-11-14T05:23:47.501" v="1498" actId="26606"/>
          <ac:picMkLst>
            <pc:docMk/>
            <pc:sldMk cId="3101790090" sldId="2146847246"/>
            <ac:picMk id="4" creationId="{3A5D8635-6ACD-596D-EDDC-0EA4CC58F821}"/>
          </ac:picMkLst>
        </pc:picChg>
      </pc:sldChg>
      <pc:sldChg chg="new del">
        <pc:chgData name="Bhavani S" userId="591fa8db-8382-473b-83b4-bfc157c48d07" providerId="ADAL" clId="{03FAE40E-BB59-4E8C-8390-E1F646428F17}" dt="2025-11-14T05:16:10.201" v="1466" actId="2696"/>
        <pc:sldMkLst>
          <pc:docMk/>
          <pc:sldMk cId="3904527846" sldId="2146847246"/>
        </pc:sldMkLst>
      </pc:sldChg>
      <pc:sldChg chg="addSp modSp add del mod">
        <pc:chgData name="Bhavani S" userId="591fa8db-8382-473b-83b4-bfc157c48d07" providerId="ADAL" clId="{03FAE40E-BB59-4E8C-8390-E1F646428F17}" dt="2025-11-13T08:53:57.141" v="753" actId="2696"/>
        <pc:sldMkLst>
          <pc:docMk/>
          <pc:sldMk cId="1401064460" sldId="2147480018"/>
        </pc:sldMkLst>
        <pc:spChg chg="mod">
          <ac:chgData name="Bhavani S" userId="591fa8db-8382-473b-83b4-bfc157c48d07" providerId="ADAL" clId="{03FAE40E-BB59-4E8C-8390-E1F646428F17}" dt="2025-11-13T08:49:49.316" v="732" actId="1076"/>
          <ac:spMkLst>
            <pc:docMk/>
            <pc:sldMk cId="1401064460" sldId="2147480018"/>
            <ac:spMk id="2" creationId="{35BD2048-E196-7E1A-CC8D-684A265BF22E}"/>
          </ac:spMkLst>
        </pc:spChg>
        <pc:spChg chg="add mod">
          <ac:chgData name="Bhavani S" userId="591fa8db-8382-473b-83b4-bfc157c48d07" providerId="ADAL" clId="{03FAE40E-BB59-4E8C-8390-E1F646428F17}" dt="2025-11-13T08:51:37.566" v="744" actId="1076"/>
          <ac:spMkLst>
            <pc:docMk/>
            <pc:sldMk cId="1401064460" sldId="2147480018"/>
            <ac:spMk id="4" creationId="{65A453C0-7953-D2D6-4847-4333C741D008}"/>
          </ac:spMkLst>
        </pc:spChg>
      </pc:sldChg>
      <pc:sldMasterChg chg="add del addSldLayout delSldLayout">
        <pc:chgData name="Bhavani S" userId="591fa8db-8382-473b-83b4-bfc157c48d07" providerId="ADAL" clId="{03FAE40E-BB59-4E8C-8390-E1F646428F17}" dt="2025-11-13T14:40:10.375" v="1336" actId="2696"/>
        <pc:sldMasterMkLst>
          <pc:docMk/>
          <pc:sldMasterMk cId="2185296547" sldId="2147483648"/>
        </pc:sldMasterMkLst>
        <pc:sldLayoutChg chg="add del">
          <pc:chgData name="Bhavani S" userId="591fa8db-8382-473b-83b4-bfc157c48d07" providerId="ADAL" clId="{03FAE40E-BB59-4E8C-8390-E1F646428F17}" dt="2025-11-13T14:40:10.375" v="1336" actId="2696"/>
          <pc:sldLayoutMkLst>
            <pc:docMk/>
            <pc:sldMasterMk cId="2185296547" sldId="2147483648"/>
            <pc:sldLayoutMk cId="3970960208" sldId="2147483649"/>
          </pc:sldLayoutMkLst>
        </pc:sldLayoutChg>
        <pc:sldLayoutChg chg="add del">
          <pc:chgData name="Bhavani S" userId="591fa8db-8382-473b-83b4-bfc157c48d07" providerId="ADAL" clId="{03FAE40E-BB59-4E8C-8390-E1F646428F17}" dt="2025-11-13T14:40:10.375" v="1336" actId="2696"/>
          <pc:sldLayoutMkLst>
            <pc:docMk/>
            <pc:sldMasterMk cId="2185296547" sldId="2147483648"/>
            <pc:sldLayoutMk cId="3970960208" sldId="2147483730"/>
          </pc:sldLayoutMkLst>
        </pc:sldLayoutChg>
      </pc:sldMasterChg>
      <pc:sldMasterChg chg="delSldLayout">
        <pc:chgData name="Bhavani S" userId="591fa8db-8382-473b-83b4-bfc157c48d07" providerId="ADAL" clId="{03FAE40E-BB59-4E8C-8390-E1F646428F17}" dt="2025-11-13T08:51:43.637" v="745" actId="2696"/>
        <pc:sldMasterMkLst>
          <pc:docMk/>
          <pc:sldMasterMk cId="605204986" sldId="2147483662"/>
        </pc:sldMasterMkLst>
        <pc:sldLayoutChg chg="del">
          <pc:chgData name="Bhavani S" userId="591fa8db-8382-473b-83b4-bfc157c48d07" providerId="ADAL" clId="{03FAE40E-BB59-4E8C-8390-E1F646428F17}" dt="2025-11-13T08:51:43.637" v="745" actId="2696"/>
          <pc:sldLayoutMkLst>
            <pc:docMk/>
            <pc:sldMasterMk cId="605204986" sldId="2147483662"/>
            <pc:sldLayoutMk cId="2102431635" sldId="2147483682"/>
          </pc:sldLayoutMkLst>
        </pc:sldLayoutChg>
        <pc:sldLayoutChg chg="del">
          <pc:chgData name="Bhavani S" userId="591fa8db-8382-473b-83b4-bfc157c48d07" providerId="ADAL" clId="{03FAE40E-BB59-4E8C-8390-E1F646428F17}" dt="2025-11-13T08:49:12.442" v="723" actId="2696"/>
          <pc:sldLayoutMkLst>
            <pc:docMk/>
            <pc:sldMasterMk cId="605204986" sldId="2147483662"/>
            <pc:sldLayoutMk cId="301030854" sldId="2147483683"/>
          </pc:sldLayoutMkLst>
        </pc:sldLayoutChg>
        <pc:sldLayoutChg chg="del">
          <pc:chgData name="Bhavani S" userId="591fa8db-8382-473b-83b4-bfc157c48d07" providerId="ADAL" clId="{03FAE40E-BB59-4E8C-8390-E1F646428F17}" dt="2025-11-13T07:38:21.729" v="457" actId="2696"/>
          <pc:sldLayoutMkLst>
            <pc:docMk/>
            <pc:sldMasterMk cId="605204986" sldId="2147483662"/>
            <pc:sldLayoutMk cId="4110389275" sldId="2147483683"/>
          </pc:sldLayoutMkLst>
        </pc:sldLayoutChg>
      </pc:sldMasterChg>
      <pc:sldMasterChg chg="delSldLayout">
        <pc:chgData name="Bhavani S" userId="591fa8db-8382-473b-83b4-bfc157c48d07" providerId="ADAL" clId="{03FAE40E-BB59-4E8C-8390-E1F646428F17}" dt="2025-10-27T13:58:09.936" v="365" actId="2696"/>
        <pc:sldMasterMkLst>
          <pc:docMk/>
          <pc:sldMasterMk cId="3452722334" sldId="2147483673"/>
        </pc:sldMasterMkLst>
      </pc:sldMasterChg>
      <pc:sldMasterChg chg="delSldLayout">
        <pc:chgData name="Bhavani S" userId="591fa8db-8382-473b-83b4-bfc157c48d07" providerId="ADAL" clId="{03FAE40E-BB59-4E8C-8390-E1F646428F17}" dt="2025-11-13T13:48:38.446" v="1030" actId="2696"/>
        <pc:sldMasterMkLst>
          <pc:docMk/>
          <pc:sldMasterMk cId="1919714218" sldId="2147483675"/>
        </pc:sldMasterMkLst>
        <pc:sldLayoutChg chg="del">
          <pc:chgData name="Bhavani S" userId="591fa8db-8382-473b-83b4-bfc157c48d07" providerId="ADAL" clId="{03FAE40E-BB59-4E8C-8390-E1F646428F17}" dt="2025-11-13T07:52:20.607" v="540" actId="2696"/>
          <pc:sldLayoutMkLst>
            <pc:docMk/>
            <pc:sldMasterMk cId="1919714218" sldId="2147483675"/>
            <pc:sldLayoutMk cId="388898234" sldId="2147483681"/>
          </pc:sldLayoutMkLst>
        </pc:sldLayoutChg>
        <pc:sldLayoutChg chg="del">
          <pc:chgData name="Bhavani S" userId="591fa8db-8382-473b-83b4-bfc157c48d07" providerId="ADAL" clId="{03FAE40E-BB59-4E8C-8390-E1F646428F17}" dt="2025-11-13T09:04:44.049" v="790" actId="2696"/>
          <pc:sldLayoutMkLst>
            <pc:docMk/>
            <pc:sldMasterMk cId="1919714218" sldId="2147483675"/>
            <pc:sldLayoutMk cId="808682121" sldId="2147483725"/>
          </pc:sldLayoutMkLst>
        </pc:sldLayoutChg>
        <pc:sldLayoutChg chg="del">
          <pc:chgData name="Bhavani S" userId="591fa8db-8382-473b-83b4-bfc157c48d07" providerId="ADAL" clId="{03FAE40E-BB59-4E8C-8390-E1F646428F17}" dt="2025-11-13T13:48:38.446" v="1030" actId="2696"/>
          <pc:sldLayoutMkLst>
            <pc:docMk/>
            <pc:sldMasterMk cId="1919714218" sldId="2147483675"/>
            <pc:sldLayoutMk cId="1298166606" sldId="2147483728"/>
          </pc:sldLayoutMkLst>
        </pc:sldLayoutChg>
        <pc:sldLayoutChg chg="del">
          <pc:chgData name="Bhavani S" userId="591fa8db-8382-473b-83b4-bfc157c48d07" providerId="ADAL" clId="{03FAE40E-BB59-4E8C-8390-E1F646428F17}" dt="2025-11-13T10:58:02.708" v="844" actId="2696"/>
          <pc:sldLayoutMkLst>
            <pc:docMk/>
            <pc:sldMasterMk cId="1919714218" sldId="2147483675"/>
            <pc:sldLayoutMk cId="3949014812" sldId="2147483728"/>
          </pc:sldLayoutMkLst>
        </pc:sldLayoutChg>
      </pc:sldMasterChg>
      <pc:sldMasterChg chg="delSldLayout">
        <pc:chgData name="Bhavani S" userId="591fa8db-8382-473b-83b4-bfc157c48d07" providerId="ADAL" clId="{03FAE40E-BB59-4E8C-8390-E1F646428F17}" dt="2025-11-13T08:15:58.617" v="597" actId="2696"/>
        <pc:sldMasterMkLst>
          <pc:docMk/>
          <pc:sldMasterMk cId="1096527198" sldId="2147483677"/>
        </pc:sldMasterMkLst>
        <pc:sldLayoutChg chg="del">
          <pc:chgData name="Bhavani S" userId="591fa8db-8382-473b-83b4-bfc157c48d07" providerId="ADAL" clId="{03FAE40E-BB59-4E8C-8390-E1F646428F17}" dt="2025-11-13T08:11:04.581" v="570" actId="2696"/>
          <pc:sldLayoutMkLst>
            <pc:docMk/>
            <pc:sldMasterMk cId="1096527198" sldId="2147483677"/>
            <pc:sldLayoutMk cId="2011329092" sldId="2147483683"/>
          </pc:sldLayoutMkLst>
        </pc:sldLayoutChg>
        <pc:sldLayoutChg chg="del">
          <pc:chgData name="Bhavani S" userId="591fa8db-8382-473b-83b4-bfc157c48d07" providerId="ADAL" clId="{03FAE40E-BB59-4E8C-8390-E1F646428F17}" dt="2025-11-13T08:15:58.617" v="597" actId="2696"/>
          <pc:sldLayoutMkLst>
            <pc:docMk/>
            <pc:sldMasterMk cId="1096527198" sldId="2147483677"/>
            <pc:sldLayoutMk cId="2275466935" sldId="2147483683"/>
          </pc:sldLayoutMkLst>
        </pc:sldLayoutChg>
      </pc:sldMasterChg>
      <pc:sldMasterChg chg="modSldLayout">
        <pc:chgData name="Bhavani S" userId="591fa8db-8382-473b-83b4-bfc157c48d07" providerId="ADAL" clId="{03FAE40E-BB59-4E8C-8390-E1F646428F17}" dt="2025-11-13T08:52:55.899" v="746"/>
        <pc:sldMasterMkLst>
          <pc:docMk/>
          <pc:sldMasterMk cId="3457467219" sldId="2147483685"/>
        </pc:sldMasterMkLst>
        <pc:sldLayoutChg chg="delSp">
          <pc:chgData name="Bhavani S" userId="591fa8db-8382-473b-83b4-bfc157c48d07" providerId="ADAL" clId="{03FAE40E-BB59-4E8C-8390-E1F646428F17}" dt="2025-11-13T08:52:55.899" v="746"/>
          <pc:sldLayoutMkLst>
            <pc:docMk/>
            <pc:sldMasterMk cId="3457467219" sldId="2147483685"/>
            <pc:sldLayoutMk cId="396937078" sldId="2147483704"/>
          </pc:sldLayoutMkLst>
          <pc:picChg chg="del">
            <ac:chgData name="Bhavani S" userId="591fa8db-8382-473b-83b4-bfc157c48d07" providerId="ADAL" clId="{03FAE40E-BB59-4E8C-8390-E1F646428F17}" dt="2025-11-13T08:52:55.899" v="746"/>
            <ac:picMkLst>
              <pc:docMk/>
              <pc:sldMasterMk cId="3457467219" sldId="2147483685"/>
              <pc:sldLayoutMk cId="396937078" sldId="2147483704"/>
              <ac:picMk id="3" creationId="{2EA7DA59-717E-43CB-A16A-EF0EB3F11C5D}"/>
            </ac:picMkLst>
          </pc:picChg>
        </pc:sldLayoutChg>
      </pc:sldMasterChg>
      <pc:sldMasterChg chg="delSldLayout">
        <pc:chgData name="Bhavani S" userId="591fa8db-8382-473b-83b4-bfc157c48d07" providerId="ADAL" clId="{03FAE40E-BB59-4E8C-8390-E1F646428F17}" dt="2025-11-13T09:02:13.363" v="787" actId="2696"/>
        <pc:sldMasterMkLst>
          <pc:docMk/>
          <pc:sldMasterMk cId="2931003893" sldId="2147483705"/>
        </pc:sldMasterMkLst>
        <pc:sldLayoutChg chg="del">
          <pc:chgData name="Bhavani S" userId="591fa8db-8382-473b-83b4-bfc157c48d07" providerId="ADAL" clId="{03FAE40E-BB59-4E8C-8390-E1F646428F17}" dt="2025-11-13T08:53:57.141" v="753" actId="2696"/>
          <pc:sldLayoutMkLst>
            <pc:docMk/>
            <pc:sldMasterMk cId="2931003893" sldId="2147483705"/>
            <pc:sldLayoutMk cId="714466617" sldId="2147483723"/>
          </pc:sldLayoutMkLst>
        </pc:sldLayoutChg>
        <pc:sldLayoutChg chg="del">
          <pc:chgData name="Bhavani S" userId="591fa8db-8382-473b-83b4-bfc157c48d07" providerId="ADAL" clId="{03FAE40E-BB59-4E8C-8390-E1F646428F17}" dt="2025-11-13T09:02:13.363" v="787" actId="2696"/>
          <pc:sldLayoutMkLst>
            <pc:docMk/>
            <pc:sldMasterMk cId="2931003893" sldId="2147483705"/>
            <pc:sldLayoutMk cId="489922721" sldId="2147483725"/>
          </pc:sldLayoutMkLst>
        </pc:sldLayoutChg>
      </pc:sldMasterChg>
      <pc:sldMasterChg chg="add replId addSldLayout modSldLayout">
        <pc:chgData name="Bhavani S" userId="591fa8db-8382-473b-83b4-bfc157c48d07" providerId="ADAL" clId="{03FAE40E-BB59-4E8C-8390-E1F646428F17}" dt="2025-11-13T14:39:54.966" v="1333"/>
        <pc:sldMasterMkLst>
          <pc:docMk/>
          <pc:sldMasterMk cId="1919714218" sldId="2147483728"/>
        </pc:sldMasterMkLst>
        <pc:sldLayoutChg chg="add replId">
          <pc:chgData name="Bhavani S" userId="591fa8db-8382-473b-83b4-bfc157c48d07" providerId="ADAL" clId="{03FAE40E-BB59-4E8C-8390-E1F646428F17}" dt="2025-11-13T14:39:54.966" v="1333"/>
          <pc:sldLayoutMkLst>
            <pc:docMk/>
            <pc:sldMasterMk cId="1919714218" sldId="2147483728"/>
            <pc:sldLayoutMk cId="1365547014" sldId="2147483729"/>
          </pc:sldLayoutMkLst>
        </pc:sldLayoutChg>
      </pc:sldMasterChg>
    </pc:docChg>
  </pc:docChgLst>
  <pc:docChgLst>
    <pc:chgData name="Bhavani S" userId="S::bhavani.s2@gds.ey.com::591fa8db-8382-473b-83b4-bfc157c48d07" providerId="AD" clId="Web-{E05FDC06-1516-9F7B-39B9-4DBF6BE8439B}"/>
    <pc:docChg chg="modSld">
      <pc:chgData name="Bhavani S" userId="S::bhavani.s2@gds.ey.com::591fa8db-8382-473b-83b4-bfc157c48d07" providerId="AD" clId="Web-{E05FDC06-1516-9F7B-39B9-4DBF6BE8439B}" dt="2025-11-11T06:50:20.224" v="3" actId="20577"/>
      <pc:docMkLst>
        <pc:docMk/>
      </pc:docMkLst>
      <pc:sldChg chg="modSp">
        <pc:chgData name="Bhavani S" userId="S::bhavani.s2@gds.ey.com::591fa8db-8382-473b-83b4-bfc157c48d07" providerId="AD" clId="Web-{E05FDC06-1516-9F7B-39B9-4DBF6BE8439B}" dt="2025-11-11T06:50:10.347" v="0" actId="20577"/>
        <pc:sldMkLst>
          <pc:docMk/>
          <pc:sldMk cId="1537229070" sldId="261"/>
        </pc:sldMkLst>
        <pc:spChg chg="mod">
          <ac:chgData name="Bhavani S" userId="S::bhavani.s2@gds.ey.com::591fa8db-8382-473b-83b4-bfc157c48d07" providerId="AD" clId="Web-{E05FDC06-1516-9F7B-39B9-4DBF6BE8439B}" dt="2025-11-11T06:50:10.347" v="0" actId="20577"/>
          <ac:spMkLst>
            <pc:docMk/>
            <pc:sldMk cId="1537229070" sldId="261"/>
            <ac:spMk id="2" creationId="{E14F4B51-C798-27CD-1AE7-23FACD677B1A}"/>
          </ac:spMkLst>
        </pc:spChg>
      </pc:sldChg>
      <pc:sldChg chg="modSp">
        <pc:chgData name="Bhavani S" userId="S::bhavani.s2@gds.ey.com::591fa8db-8382-473b-83b4-bfc157c48d07" providerId="AD" clId="Web-{E05FDC06-1516-9F7B-39B9-4DBF6BE8439B}" dt="2025-11-11T06:50:20.224" v="3" actId="20577"/>
        <pc:sldMkLst>
          <pc:docMk/>
          <pc:sldMk cId="468495947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67650-14BB-4089-A64D-BADABD9BDBBA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F2F3B1-52DF-4DD7-AA10-1BF49EAE4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8441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8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3831A62-7AD4-4C22-A376-B72D448A3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1" y="6471243"/>
            <a:ext cx="5712396" cy="196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EY and SAP internal use only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A7DA59-717E-43CB-A16A-EF0EB3F11C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-3173" y="1"/>
            <a:ext cx="12195173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E69BE2-496C-48A4-AB29-241FDE4B94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-3173" y="1"/>
            <a:ext cx="121951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413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89D410D-9A12-DCD5-925A-C9DA2496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"/>
            <a:ext cx="12192000" cy="68572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73404F9-7459-BD52-4377-9FAC176AE14F}"/>
              </a:ext>
            </a:extLst>
          </p:cNvPr>
          <p:cNvSpPr/>
          <p:nvPr userDrawn="1"/>
        </p:nvSpPr>
        <p:spPr>
          <a:xfrm rot="10800000">
            <a:off x="0" y="0"/>
            <a:ext cx="9751697" cy="6858000"/>
          </a:xfrm>
          <a:prstGeom prst="rect">
            <a:avLst/>
          </a:prstGeom>
          <a:gradFill flip="none" rotWithShape="1">
            <a:gsLst>
              <a:gs pos="0">
                <a:srgbClr val="201154">
                  <a:alpha val="88000"/>
                </a:srgbClr>
              </a:gs>
              <a:gs pos="55000">
                <a:srgbClr val="310B32">
                  <a:alpha val="65000"/>
                </a:srgbClr>
              </a:gs>
              <a:gs pos="100000">
                <a:srgbClr val="350E43">
                  <a:alpha val="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199"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3B67CD5-413C-7AAF-8AFC-49F70726B492}"/>
              </a:ext>
            </a:extLst>
          </p:cNvPr>
          <p:cNvGrpSpPr/>
          <p:nvPr userDrawn="1"/>
        </p:nvGrpSpPr>
        <p:grpSpPr>
          <a:xfrm>
            <a:off x="485523" y="6164633"/>
            <a:ext cx="4938363" cy="318770"/>
            <a:chOff x="485775" y="6164633"/>
            <a:chExt cx="4940935" cy="318770"/>
          </a:xfrm>
        </p:grpSpPr>
        <p:sp>
          <p:nvSpPr>
            <p:cNvPr id="3" name="Freeform 296">
              <a:extLst>
                <a:ext uri="{FF2B5EF4-FFF2-40B4-BE49-F238E27FC236}">
                  <a16:creationId xmlns:a16="http://schemas.microsoft.com/office/drawing/2014/main" id="{0CE053C9-427E-78E4-1481-00E37C4BDF51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799"/>
            </a:p>
          </p:txBody>
        </p:sp>
        <p:sp>
          <p:nvSpPr>
            <p:cNvPr id="4" name="Freeform 297">
              <a:extLst>
                <a:ext uri="{FF2B5EF4-FFF2-40B4-BE49-F238E27FC236}">
                  <a16:creationId xmlns:a16="http://schemas.microsoft.com/office/drawing/2014/main" id="{47F88867-F403-AB8D-00F5-6AAD00E21468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799"/>
            </a:p>
          </p:txBody>
        </p:sp>
      </p:grpSp>
      <p:sp>
        <p:nvSpPr>
          <p:cNvPr id="9" name="Subtitle 2">
            <a:extLst>
              <a:ext uri="{FF2B5EF4-FFF2-40B4-BE49-F238E27FC236}">
                <a16:creationId xmlns:a16="http://schemas.microsoft.com/office/drawing/2014/main" id="{2CD40361-C0EB-B7A5-5475-1A5D97CF727A}"/>
              </a:ext>
            </a:extLst>
          </p:cNvPr>
          <p:cNvSpPr txBox="1">
            <a:spLocks/>
          </p:cNvSpPr>
          <p:nvPr userDrawn="1"/>
        </p:nvSpPr>
        <p:spPr>
          <a:xfrm>
            <a:off x="889299" y="3451506"/>
            <a:ext cx="4905073" cy="511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None/>
              <a:defRPr sz="20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None/>
              <a:defRPr sz="18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None/>
              <a:defRPr sz="16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None/>
              <a:defRPr sz="16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599" dirty="0">
                <a:solidFill>
                  <a:schemeClr val="bg1"/>
                </a:solidFill>
                <a:latin typeface="EYInterstate regular" panose="02000503020000020004" pitchFamily="2" charset="0"/>
              </a:rPr>
              <a:t>Statement of credentials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A972679B-18DE-8817-1AB9-F94A83D28FC8}"/>
              </a:ext>
            </a:extLst>
          </p:cNvPr>
          <p:cNvSpPr txBox="1">
            <a:spLocks/>
          </p:cNvSpPr>
          <p:nvPr userDrawn="1"/>
        </p:nvSpPr>
        <p:spPr>
          <a:xfrm>
            <a:off x="889299" y="2796531"/>
            <a:ext cx="4903455" cy="5300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200" b="1" i="0" kern="1200">
                <a:solidFill>
                  <a:schemeClr val="tx1"/>
                </a:solidFill>
                <a:latin typeface="EYInterstate Regular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r>
              <a:rPr lang="en-GB" sz="4198" dirty="0">
                <a:solidFill>
                  <a:schemeClr val="bg1"/>
                </a:solidFill>
              </a:rPr>
              <a:t>EY India</a:t>
            </a:r>
            <a:endParaRPr lang="en-US" sz="4198" dirty="0">
              <a:solidFill>
                <a:schemeClr val="bg1"/>
              </a:solidFill>
            </a:endParaRPr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D668D04E-E819-8E91-0556-2E3D7E63C8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9299" y="3877670"/>
            <a:ext cx="1994639" cy="246221"/>
          </a:xfrm>
        </p:spPr>
        <p:txBody>
          <a:bodyPr wrap="square">
            <a:spAutoFit/>
          </a:bodyPr>
          <a:lstStyle>
            <a:lvl1pPr marL="0" indent="0">
              <a:buNone/>
              <a:defRPr sz="1599" b="1">
                <a:solidFill>
                  <a:schemeClr val="bg1"/>
                </a:solidFill>
                <a:latin typeface="+mj-lt"/>
              </a:defRPr>
            </a:lvl1pPr>
            <a:lvl2pPr marL="251874" indent="0">
              <a:buNone/>
              <a:defRPr sz="1599" b="1">
                <a:latin typeface="+mj-lt"/>
              </a:defRPr>
            </a:lvl2pPr>
            <a:lvl3pPr marL="503748" indent="0">
              <a:buNone/>
              <a:defRPr sz="1599" b="1">
                <a:latin typeface="+mj-lt"/>
              </a:defRPr>
            </a:lvl3pPr>
            <a:lvl4pPr marL="755622" indent="0">
              <a:buNone/>
              <a:defRPr sz="1599" b="1">
                <a:latin typeface="+mj-lt"/>
              </a:defRPr>
            </a:lvl4pPr>
            <a:lvl5pPr marL="1007496" indent="0">
              <a:buNone/>
              <a:defRPr sz="1599" b="1">
                <a:latin typeface="+mj-lt"/>
              </a:defRPr>
            </a:lvl5pPr>
          </a:lstStyle>
          <a:p>
            <a:pPr lvl="0"/>
            <a:r>
              <a:rPr lang="en-GB" dirty="0"/>
              <a:t>FY 25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F1C425-1BEE-0C73-734A-BF89579A5CA0}"/>
              </a:ext>
            </a:extLst>
          </p:cNvPr>
          <p:cNvGrpSpPr/>
          <p:nvPr userDrawn="1"/>
        </p:nvGrpSpPr>
        <p:grpSpPr>
          <a:xfrm>
            <a:off x="485521" y="1679873"/>
            <a:ext cx="3867214" cy="2956820"/>
            <a:chOff x="485774" y="1291008"/>
            <a:chExt cx="5706110" cy="4360545"/>
          </a:xfrm>
        </p:grpSpPr>
        <p:sp>
          <p:nvSpPr>
            <p:cNvPr id="20" name="Freeform 25">
              <a:extLst>
                <a:ext uri="{FF2B5EF4-FFF2-40B4-BE49-F238E27FC236}">
                  <a16:creationId xmlns:a16="http://schemas.microsoft.com/office/drawing/2014/main" id="{9CDA539F-0975-2245-FFF9-CA9F95CCD9D7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21" name="Freeform 26">
              <a:extLst>
                <a:ext uri="{FF2B5EF4-FFF2-40B4-BE49-F238E27FC236}">
                  <a16:creationId xmlns:a16="http://schemas.microsoft.com/office/drawing/2014/main" id="{A0F86D32-6E3A-E481-F7AD-037335556830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1799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05A8661-1A09-F827-1127-8995FCA11C21}"/>
              </a:ext>
            </a:extLst>
          </p:cNvPr>
          <p:cNvGrpSpPr/>
          <p:nvPr userDrawn="1"/>
        </p:nvGrpSpPr>
        <p:grpSpPr bwMode="black">
          <a:xfrm>
            <a:off x="10557725" y="5167683"/>
            <a:ext cx="1218565" cy="1284606"/>
            <a:chOff x="10563224" y="5158158"/>
            <a:chExt cx="1219200" cy="1284606"/>
          </a:xfrm>
        </p:grpSpPr>
        <p:sp>
          <p:nvSpPr>
            <p:cNvPr id="7" name="Freeform 310">
              <a:extLst>
                <a:ext uri="{FF2B5EF4-FFF2-40B4-BE49-F238E27FC236}">
                  <a16:creationId xmlns:a16="http://schemas.microsoft.com/office/drawing/2014/main" id="{E68142F7-375F-1CF0-8386-6C759BB86373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799"/>
            </a:p>
          </p:txBody>
        </p:sp>
        <p:sp>
          <p:nvSpPr>
            <p:cNvPr id="8" name="Freeform 311">
              <a:extLst>
                <a:ext uri="{FF2B5EF4-FFF2-40B4-BE49-F238E27FC236}">
                  <a16:creationId xmlns:a16="http://schemas.microsoft.com/office/drawing/2014/main" id="{3F935F28-314E-4008-D73D-B2D93FB6FC1F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2309175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EF5EE-C1B0-CB56-30BC-F2EA02D0DD7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29DB60D-B14D-4CB0-A1D5-896B8110D934}" type="datetime1">
              <a:rPr lang="en-US"/>
              <a:t>11/14/2025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9B410-713F-D002-C7AD-50375ABC03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IN" dirty="0"/>
              <a:t>Key trends in P&amp;C insurance | EY Insights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77F87-1E81-7C70-C23C-765CF083A3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638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2D27D-96ED-1322-3EF2-DA5DC0AC1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21FEE-6B83-99A2-2B17-08B8C0A27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07513-66A7-EA20-2FA4-CC8CAA9C9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616C-F738-4195-9CBC-57322DFDB528}" type="datetime3">
              <a:rPr lang="en-US"/>
              <a:t>14 November 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0B0A-9101-83DC-67BB-F91D44449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73B58-7195-EDC5-AA3F-65A26DFB2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916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162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69D6F-A030-48CA-9C7C-9FC3A6F1F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1EE4-B3A3-46E6-BDA3-B52FD76C2D48}" type="datetime3">
              <a:rPr lang="en-US" noProof="0"/>
              <a:t>14 November 2025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C3F7-BD0A-4AD4-95D8-328DA6F53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EY GSA PPT Gallery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2C8-68BE-4650-89F1-3BECCFF9B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F1BC30E3-FFE5-4B91-AA19-87A149EBB9EE}" type="slidenum">
              <a:rPr lang="en-US" noProof="0"/>
              <a:pPr/>
              <a:t>‹#›</a:t>
            </a:fld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09599" y="1137920"/>
            <a:ext cx="8250503" cy="494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None/>
              <a:tabLst/>
              <a:defRPr lang="en-US" noProof="0" dirty="0"/>
            </a:lvl1pPr>
            <a:lvl2pPr marL="271327" marR="0" indent="-271327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 lang="en-US" noProof="0" dirty="0"/>
            </a:lvl2pPr>
            <a:lvl3pPr marL="510919" marR="0" indent="-233246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 lang="en-US" noProof="0" dirty="0"/>
            </a:lvl3pPr>
            <a:lvl4pPr marL="745752" marR="0" indent="-231659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 lang="en-US" noProof="0" dirty="0"/>
            </a:lvl4pPr>
            <a:lvl5pPr marL="944091" marR="0" indent="-201512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 lang="en-US" noProof="0" dirty="0"/>
            </a:lvl5pPr>
          </a:lstStyle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None/>
              <a:tabLst/>
              <a:defRPr/>
            </a:pPr>
            <a:r>
              <a:rPr kumimoji="0" lang="en-US" sz="199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Click to edit Master text styles</a:t>
            </a:r>
          </a:p>
          <a:p>
            <a:pPr marL="271327" marR="0" lvl="1" indent="-271327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r>
              <a:rPr kumimoji="0" lang="en-US" sz="199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Second level</a:t>
            </a:r>
          </a:p>
          <a:p>
            <a:pPr marL="510919" marR="0" lvl="2" indent="-233246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r>
              <a:rPr kumimoji="0" lang="en-US" sz="179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Third level</a:t>
            </a:r>
          </a:p>
          <a:p>
            <a:pPr marL="745752" marR="0" lvl="3" indent="-231659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r>
              <a:rPr kumimoji="0" lang="en-US" sz="159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Fourth level</a:t>
            </a:r>
          </a:p>
          <a:p>
            <a:pPr marL="944091" marR="0" lvl="4" indent="-201512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r>
              <a:rPr kumimoji="0" lang="en-US" sz="139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Text</a:t>
            </a:r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FBB59D39-6114-41B0-8E75-E6A062D8042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0" y="907750"/>
            <a:ext cx="1079438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303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3831A62-7AD4-4C22-A376-B72D448A3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1" y="6471243"/>
            <a:ext cx="5712396" cy="196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EY and SAP internal use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324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AFC0C-6F99-90AE-09EA-AA6408712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164FBA-D9FE-6C52-80A0-6F1FD79FE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19713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right light in the dark&#10;&#10;Description automatically generated">
            <a:extLst>
              <a:ext uri="{FF2B5EF4-FFF2-40B4-BE49-F238E27FC236}">
                <a16:creationId xmlns:a16="http://schemas.microsoft.com/office/drawing/2014/main" id="{5C74CF6C-8D2B-3757-BB3E-072DF8B1A4F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1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C5F387F-0A77-424D-88D8-FFE5F0CA2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242B035D-485B-4E07-87B3-8BB9E1C139F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0" y="907750"/>
            <a:ext cx="1079438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C4F5A4-3957-515D-EEFF-5CE69603EFDC}"/>
              </a:ext>
            </a:extLst>
          </p:cNvPr>
          <p:cNvSpPr txBox="1"/>
          <p:nvPr userDrawn="1"/>
        </p:nvSpPr>
        <p:spPr>
          <a:xfrm>
            <a:off x="4787679" y="6471244"/>
            <a:ext cx="2626328" cy="167738"/>
          </a:xfrm>
          <a:prstGeom prst="rect">
            <a:avLst/>
          </a:prstGeom>
          <a:noFill/>
        </p:spPr>
        <p:txBody>
          <a:bodyPr wrap="square" lIns="0" tIns="36557" rIns="0" bIns="0" rtlCol="0">
            <a:spAutoFit/>
          </a:bodyPr>
          <a:lstStyle/>
          <a:p>
            <a:pPr marL="0" marR="0" lvl="0" indent="0" defTabSz="913943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 typeface="Arial" pitchFamily="34" charset="0"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Artificial Intelligence in GPS Playbook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650D2A-9A63-640A-92D7-1C3CD9F88FD3}"/>
              </a:ext>
            </a:extLst>
          </p:cNvPr>
          <p:cNvSpPr txBox="1"/>
          <p:nvPr userDrawn="1"/>
        </p:nvSpPr>
        <p:spPr>
          <a:xfrm>
            <a:off x="609600" y="6475091"/>
            <a:ext cx="637525" cy="160044"/>
          </a:xfrm>
          <a:prstGeom prst="rect">
            <a:avLst/>
          </a:prstGeom>
          <a:noFill/>
        </p:spPr>
        <p:txBody>
          <a:bodyPr wrap="square" lIns="0" tIns="36557" rIns="0" bIns="0" rtlCol="0">
            <a:spAutoFit/>
          </a:bodyPr>
          <a:lstStyle/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Page </a:t>
            </a:r>
            <a:fld id="{2CC0FBCF-6D6E-4B6C-AA06-1F047204D284}" type="slidenum"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FDF1946D-C7B3-5C4A-B237-D9407218CE0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0500" y="6276978"/>
            <a:ext cx="34597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133A0A62-1C2D-67A8-D88D-749450BC5D3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394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9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59D505A-278D-B6FB-2FCD-C7FF34A3FC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394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9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A3DB802-04B7-4242-FAA1-C92CBAC3FE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394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9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9396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9E0129-D3C8-A6D4-9232-252B6E060D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7172F38-B0D5-FE87-6214-A6C0E1FD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tx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tx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65A0015-0244-01BA-67B6-11CDC3C588A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BF7FF94-AFC8-E5EA-9D2A-8C258D9AC91C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10" name="Freeform 296">
              <a:extLst>
                <a:ext uri="{FF2B5EF4-FFF2-40B4-BE49-F238E27FC236}">
                  <a16:creationId xmlns:a16="http://schemas.microsoft.com/office/drawing/2014/main" id="{EE8286E8-4219-94C1-D962-9A2AA2547C57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Freeform 297">
              <a:extLst>
                <a:ext uri="{FF2B5EF4-FFF2-40B4-BE49-F238E27FC236}">
                  <a16:creationId xmlns:a16="http://schemas.microsoft.com/office/drawing/2014/main" id="{CFB61475-F592-52FA-E607-81FB42D70CBE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3A40F8A-FD28-2D68-98B4-B5A23D16D702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13" name="Freeform 310">
              <a:extLst>
                <a:ext uri="{FF2B5EF4-FFF2-40B4-BE49-F238E27FC236}">
                  <a16:creationId xmlns:a16="http://schemas.microsoft.com/office/drawing/2014/main" id="{CD32EF29-64F7-35F6-0DC0-A9483C78C337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eeform 311">
              <a:extLst>
                <a:ext uri="{FF2B5EF4-FFF2-40B4-BE49-F238E27FC236}">
                  <a16:creationId xmlns:a16="http://schemas.microsoft.com/office/drawing/2014/main" id="{778274C7-81BC-6232-3D2B-7DD95574BC02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4611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7837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10">
            <a:extLst>
              <a:ext uri="{FF2B5EF4-FFF2-40B4-BE49-F238E27FC236}">
                <a16:creationId xmlns:a16="http://schemas.microsoft.com/office/drawing/2014/main" id="{B69EB865-6B86-419B-923C-F7DDC68C9C6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29FC03-DC37-F276-0AF0-34BBC38F57D5}"/>
              </a:ext>
            </a:extLst>
          </p:cNvPr>
          <p:cNvSpPr/>
          <p:nvPr userDrawn="1"/>
        </p:nvSpPr>
        <p:spPr>
          <a:xfrm>
            <a:off x="2900481" y="6464255"/>
            <a:ext cx="4955508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0" i="0" noProof="0" dirty="0">
                <a:solidFill>
                  <a:schemeClr val="bg1"/>
                </a:solidFill>
                <a:latin typeface="+mj-lt"/>
              </a:rPr>
              <a:t>Formal </a:t>
            </a:r>
            <a:r>
              <a:rPr lang="en-US" sz="800" b="0" i="0" noProof="0" dirty="0">
                <a:solidFill>
                  <a:schemeClr val="bg1"/>
                </a:solidFill>
                <a:latin typeface="+mj-lt"/>
              </a:rPr>
              <a:t>collaboration</a:t>
            </a:r>
            <a:r>
              <a:rPr lang="es-MX" sz="800" b="0" i="0" noProof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800" b="0" i="0" noProof="0" dirty="0">
                <a:solidFill>
                  <a:schemeClr val="bg1"/>
                </a:solidFill>
                <a:latin typeface="+mj-lt"/>
              </a:rPr>
              <a:t>proposal</a:t>
            </a:r>
            <a:r>
              <a:rPr lang="es-MX" sz="800" b="0" i="0" noProof="0" dirty="0">
                <a:solidFill>
                  <a:schemeClr val="bg1"/>
                </a:solidFill>
                <a:latin typeface="+mj-lt"/>
              </a:rPr>
              <a:t> in response to the </a:t>
            </a:r>
            <a:r>
              <a:rPr lang="en-US" sz="800" b="0" i="0" noProof="0" dirty="0">
                <a:solidFill>
                  <a:schemeClr val="bg1"/>
                </a:solidFill>
                <a:latin typeface="+mj-lt"/>
              </a:rPr>
              <a:t>“AI for Unity” RFP by CONSUMER &amp; HEALTH COMPANY A</a:t>
            </a:r>
            <a:endParaRPr lang="es-MX" sz="800" b="0" i="0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6398C2-D28C-B973-79CA-EA971ADF5052}"/>
              </a:ext>
            </a:extLst>
          </p:cNvPr>
          <p:cNvSpPr/>
          <p:nvPr userDrawn="1"/>
        </p:nvSpPr>
        <p:spPr>
          <a:xfrm>
            <a:off x="609601" y="6464255"/>
            <a:ext cx="398940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s-MX" sz="800" b="0" i="0" noProof="0" dirty="0">
                <a:solidFill>
                  <a:schemeClr val="bg1"/>
                </a:solidFill>
                <a:latin typeface="+mj-lt"/>
              </a:rPr>
              <a:t>Page </a:t>
            </a:r>
            <a:fld id="{F9CF40D7-B4FD-4066-80E4-4DB59637093D}" type="slidenum">
              <a:rPr lang="es-MX" sz="800" b="0" i="0" noProof="0">
                <a:solidFill>
                  <a:schemeClr val="bg1"/>
                </a:solidFill>
                <a:latin typeface="+mj-lt"/>
              </a:rPr>
              <a:t>‹#›</a:t>
            </a:fld>
            <a:endParaRPr lang="es-MX" sz="800" b="1" i="0" noProof="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B78A97-677C-3348-4ACB-6E2C4C1AFE99}"/>
              </a:ext>
            </a:extLst>
          </p:cNvPr>
          <p:cNvSpPr/>
          <p:nvPr userDrawn="1"/>
        </p:nvSpPr>
        <p:spPr>
          <a:xfrm>
            <a:off x="1465850" y="6464255"/>
            <a:ext cx="1060637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en-US" sz="800" b="1" i="0" noProof="0" dirty="0">
                <a:solidFill>
                  <a:schemeClr val="bg1"/>
                </a:solidFill>
                <a:latin typeface="+mj-lt"/>
              </a:rPr>
              <a:t>February</a:t>
            </a:r>
            <a:r>
              <a:rPr lang="es-MX" sz="800" b="1" i="0" noProof="0" dirty="0">
                <a:solidFill>
                  <a:schemeClr val="bg1"/>
                </a:solidFill>
                <a:latin typeface="+mj-lt"/>
              </a:rPr>
              <a:t> 11 th,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69A954-10ED-5C67-0D70-23D0E4100AB7}"/>
              </a:ext>
            </a:extLst>
          </p:cNvPr>
          <p:cNvSpPr txBox="1"/>
          <p:nvPr userDrawn="1"/>
        </p:nvSpPr>
        <p:spPr>
          <a:xfrm>
            <a:off x="9934693" y="372533"/>
            <a:ext cx="1963243" cy="272382"/>
          </a:xfrm>
          <a:prstGeom prst="rect">
            <a:avLst/>
          </a:prstGeom>
          <a:noFill/>
        </p:spPr>
        <p:txBody>
          <a:bodyPr wrap="square" lIns="0" tIns="36557" rIns="0" bIns="0" rtlCol="0">
            <a:spAutoFit/>
          </a:bodyPr>
          <a:lstStyle/>
          <a:p>
            <a:pPr marL="0" indent="0" algn="ctr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itchFamily="34" charset="0"/>
              <a:buNone/>
            </a:pPr>
            <a:r>
              <a:rPr lang="en-IN" sz="1799" dirty="0">
                <a:solidFill>
                  <a:schemeClr val="bg1"/>
                </a:solidFill>
              </a:rPr>
              <a:t>LOGO DELETED</a:t>
            </a:r>
          </a:p>
        </p:txBody>
      </p:sp>
    </p:spTree>
    <p:extLst>
      <p:ext uri="{BB962C8B-B14F-4D97-AF65-F5344CB8AC3E}">
        <p14:creationId xmlns:p14="http://schemas.microsoft.com/office/powerpoint/2010/main" val="2178306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806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187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029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6530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5160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0814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904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7392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3440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8866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0479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7040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0825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4497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5407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9081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0548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3831A62-7AD4-4C22-A376-B72D448A3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1" y="6471243"/>
            <a:ext cx="5712396" cy="196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EY and SAP internal use only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E69BE2-496C-48A4-AB29-241FDE4B94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-3173" y="1"/>
            <a:ext cx="121951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2543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5FDC76-F946-4827-A773-FCD68068B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BF873B-E40B-4AF7-8D2F-967775EB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5547014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heme" Target="../theme/theme5.xml"/><Relationship Id="rId16" Type="http://schemas.openxmlformats.org/officeDocument/2006/relationships/image" Target="../media/image5.emf"/><Relationship Id="rId1" Type="http://schemas.openxmlformats.org/officeDocument/2006/relationships/slideLayout" Target="../slideLayouts/slideLayout6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oleObject" Target="../embeddings/oleObject2.bin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2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theme" Target="../theme/theme10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4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1" y="6471243"/>
            <a:ext cx="5712396" cy="196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1E6E9BD-4D1D-441D-9756-D8DE5A655FB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281250" y="6356350"/>
            <a:ext cx="303055" cy="311150"/>
            <a:chOff x="7110" y="4004"/>
            <a:chExt cx="191" cy="19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54148D0-1DDE-47EA-A5D5-1BA7B9F49F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6E11FF4-E1C0-4DB5-8E6D-CD76C692A9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C315AF0-C16F-4F79-BA49-1AC88FD9EF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val="605204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4" r:id="rId2"/>
  </p:sldLayoutIdLst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5FBA522-D944-973B-DEEA-860675A8EC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FBA522-D944-973B-DEEA-860675A8EC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First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1"/>
            <a:r>
              <a:rPr lang="en-US"/>
              <a:t>Second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2"/>
            <a:r>
              <a:rPr lang="en-US"/>
              <a:t>Third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18pt</a:t>
            </a:r>
            <a:endParaRPr lang="en-US"/>
          </a:p>
          <a:p>
            <a:pPr lvl="3"/>
            <a:r>
              <a:rPr lang="en-US"/>
              <a:t>Fourth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4"/>
            <a:r>
              <a:rPr lang="en-US"/>
              <a:t>Fifth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5"/>
            <a:r>
              <a:rPr lang="en-US"/>
              <a:t>Sixth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6"/>
            <a:r>
              <a:rPr lang="en-US"/>
              <a:t>Seventh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7"/>
            <a:r>
              <a:rPr lang="en-US"/>
              <a:t>Eighth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  <a:p>
            <a:pPr lvl="8"/>
            <a:r>
              <a:rPr lang="en-US"/>
              <a:t>Nineth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24pt</a:t>
            </a:r>
            <a:r>
              <a:rPr lang="en-US"/>
              <a:t> for key pull out text</a:t>
            </a:r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19" name="Date Placeholder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871E53D-EDC0-4486-915E-BB4E0FAB6099}" type="datetime1">
              <a:rPr lang="en-US"/>
              <a:t>11/14/2025</a:t>
            </a:fld>
            <a:endParaRPr lang="en-US" dirty="0"/>
          </a:p>
        </p:txBody>
      </p:sp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IN" dirty="0"/>
              <a:t>Key trends in P&amp;C insurance | EY Insights</a:t>
            </a:r>
            <a:endParaRPr lang="en-US" dirty="0"/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 dirty="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 dirty="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 dirty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331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pos="302">
          <p15:clr>
            <a:srgbClr val="F26B43"/>
          </p15:clr>
        </p15:guide>
        <p15:guide id="52" orient="horz" pos="527">
          <p15:clr>
            <a:srgbClr val="F26B43"/>
          </p15:clr>
        </p15:guide>
        <p15:guide id="53" pos="7378">
          <p15:clr>
            <a:srgbClr val="F26B43"/>
          </p15:clr>
        </p15:guide>
        <p15:guide id="54" orient="horz" pos="3838">
          <p15:clr>
            <a:srgbClr val="F26B43"/>
          </p15:clr>
        </p15:guide>
        <p15:guide id="55" orient="horz" pos="890">
          <p15:clr>
            <a:srgbClr val="F26B43"/>
          </p15:clr>
        </p15:guide>
        <p15:guide id="56" orient="horz" pos="21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grpSp>
        <p:nvGrpSpPr>
          <p:cNvPr id="21" name="Group 4">
            <a:extLst>
              <a:ext uri="{FF2B5EF4-FFF2-40B4-BE49-F238E27FC236}">
                <a16:creationId xmlns:a16="http://schemas.microsoft.com/office/drawing/2014/main" id="{070143FB-B49A-43B9-BDD0-6B34F1305A6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045952" y="6327649"/>
            <a:ext cx="536448" cy="412867"/>
            <a:chOff x="7110" y="4004"/>
            <a:chExt cx="191" cy="196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D9BF2560-A8D8-44C9-8115-BCB5085894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 dirty="0"/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56D2A493-73F6-40BA-A4BE-DAEC44F3A2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 dirty="0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C09A7C37-C954-457F-B80C-7BC99BEAE3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 dirty="0"/>
            </a:p>
          </p:txBody>
        </p:sp>
      </p:grp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1CDCB3BA-A513-4554-9E26-04ABDDC12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3068" y="6516456"/>
            <a:ext cx="1588344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en-IN" sz="800" kern="120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fld id="{AC60616C-F738-4195-9CBC-57322DFDB528}" type="datetime3">
              <a:rPr lang="en-US"/>
              <a:t>14 November 2025</a:t>
            </a:fld>
            <a:endParaRPr lang="en-IN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658F79CF-3FBE-4C25-8F3A-14054DB24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8748" y="6516456"/>
            <a:ext cx="41148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en-IN" sz="800" kern="120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IN" dirty="0"/>
              <a:t>Presentation 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896A04B-A040-4017-99D1-DD33A2934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124" y="6516456"/>
            <a:ext cx="884088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en-GB" sz="800" kern="120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IN" dirty="0"/>
              <a:t>Page </a:t>
            </a:r>
            <a:fld id="{F1BC30E3-FFE5-4B91-AA19-87A149EBB9EE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6597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hdr="0"/>
  <p:txStyles>
    <p:titleStyle>
      <a:lvl1pPr algn="l" defTabSz="685434" rtl="0" eaLnBrk="1" latinLnBrk="0" hangingPunct="1">
        <a:lnSpc>
          <a:spcPct val="85000"/>
        </a:lnSpc>
        <a:spcBef>
          <a:spcPct val="0"/>
        </a:spcBef>
        <a:buNone/>
        <a:defRPr sz="17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267319" indent="-267319" algn="l" defTabSz="685434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4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534639" indent="-267319" algn="l" defTabSz="685434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34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801958" indent="-267319" algn="l" defTabSz="685434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069277" indent="-267319" algn="l" defTabSz="685434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04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336597" indent="-267319" algn="l" defTabSz="685434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9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1884944" indent="-171359" algn="l" defTabSz="685434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6pPr>
      <a:lvl7pPr marL="2227661" indent="-171359" algn="l" defTabSz="685434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7pPr>
      <a:lvl8pPr marL="2570378" indent="-171359" algn="l" defTabSz="685434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8pPr>
      <a:lvl9pPr marL="2913096" indent="-171359" algn="l" defTabSz="685434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717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434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8151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0868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3586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6303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399020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1737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2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7E89FB01-0304-4B7A-83F4-087FD710583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1251" y="6356350"/>
            <a:ext cx="303055" cy="311150"/>
            <a:chOff x="7110" y="4004"/>
            <a:chExt cx="191" cy="19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4DE1CE93-8A80-4A24-92CA-71C05E4537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769AC85D-6BA0-4E5B-A206-FB7E85E0D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5A99D1FF-A731-4C56-AEC5-4C61FAC748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7B50D78-AE53-4280-839C-46A5F05D96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222" y="6364803"/>
            <a:ext cx="672850" cy="301839"/>
          </a:xfrm>
          <a:prstGeom prst="rect">
            <a:avLst/>
          </a:prstGeom>
        </p:spPr>
      </p:pic>
      <p:sp>
        <p:nvSpPr>
          <p:cNvPr id="18" name="TextBox 6">
            <a:extLst>
              <a:ext uri="{FF2B5EF4-FFF2-40B4-BE49-F238E27FC236}">
                <a16:creationId xmlns:a16="http://schemas.microsoft.com/office/drawing/2014/main" id="{0001245D-688E-4107-9FDF-78939CBEC40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09283" y="6423025"/>
            <a:ext cx="959938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098">
                <a:solidFill>
                  <a:schemeClr val="bg1"/>
                </a:solidFill>
                <a:latin typeface="EYInterstate" charset="0"/>
                <a:ea typeface="EYInterstate" charset="0"/>
                <a:cs typeface="EYInterstate" charset="0"/>
              </a:rPr>
              <a:t>Page </a:t>
            </a:r>
            <a:fld id="{46C63E6E-8BB7-AD45-AC5E-FF37000FE9D1}" type="slidenum">
              <a:rPr lang="en-GB" altLang="en-US" sz="1098">
                <a:solidFill>
                  <a:schemeClr val="bg1"/>
                </a:solidFill>
                <a:latin typeface="EYInterstate" charset="0"/>
                <a:ea typeface="EYInterstate" charset="0"/>
                <a:cs typeface="EYInterstate" charset="0"/>
              </a:rPr>
              <a:pPr eaLnBrk="1" hangingPunct="1"/>
              <a:t>‹#›</a:t>
            </a:fld>
            <a:endParaRPr lang="en-GB" altLang="en-US" sz="1098">
              <a:solidFill>
                <a:schemeClr val="bg1"/>
              </a:solidFill>
              <a:latin typeface="EYInterstate" charset="0"/>
              <a:ea typeface="EYInterstate" charset="0"/>
              <a:cs typeface="EYInterstate" charset="0"/>
            </a:endParaRP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B58A2945-9E88-4CE4-99F7-EE6A7C475224}"/>
              </a:ext>
            </a:extLst>
          </p:cNvPr>
          <p:cNvSpPr>
            <a:spLocks noGrp="1"/>
          </p:cNvSpPr>
          <p:nvPr userDrawn="1"/>
        </p:nvSpPr>
        <p:spPr>
          <a:xfrm>
            <a:off x="4096582" y="6562665"/>
            <a:ext cx="7134688" cy="206496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800">
                <a:solidFill>
                  <a:schemeClr val="bg1"/>
                </a:solidFill>
                <a:latin typeface="EYInterstate" charset="0"/>
                <a:ea typeface="EYInterstate" charset="0"/>
                <a:cs typeface="EYInterstate" charset="0"/>
              </a:rPr>
              <a:t>Copyright © 2021 EY Business Solutions Pty Ltd. All Rights Reserved. </a:t>
            </a:r>
            <a:r>
              <a:rPr lang="en-AU" sz="800">
                <a:solidFill>
                  <a:schemeClr val="bg1"/>
                </a:solidFill>
              </a:rPr>
              <a:t>Liability limited by a scheme approved under Professional Standards Legislation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800">
                <a:solidFill>
                  <a:schemeClr val="bg1"/>
                </a:solidFill>
                <a:latin typeface="EYInterstate" charset="0"/>
                <a:ea typeface="EYInterstate" charset="0"/>
                <a:cs typeface="EYInterstate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2820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B46D5B61-59CF-4DE6-A3DF-BCF7491BFC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52" imgH="318" progId="TCLayout.ActiveDocument.1">
                  <p:embed/>
                </p:oleObj>
              </mc:Choice>
              <mc:Fallback>
                <p:oleObj name="think-cell Slide" r:id="rId15" imgW="352" imgH="31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B46D5B61-59CF-4DE6-A3DF-BCF7491BFC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>
            <a:extLst>
              <a:ext uri="{FF2B5EF4-FFF2-40B4-BE49-F238E27FC236}">
                <a16:creationId xmlns:a16="http://schemas.microsoft.com/office/drawing/2014/main" id="{BBF9CEB6-BDCF-473A-AF03-3A3A892B98BD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667" cy="158750"/>
          </a:xfrm>
          <a:prstGeom prst="rect">
            <a:avLst/>
          </a:prstGeom>
          <a:solidFill>
            <a:srgbClr val="D2D2DA"/>
          </a:solidFill>
          <a:ln w="12700" cap="sq" cmpd="sng" algn="ctr">
            <a:noFill/>
            <a:prstDash val="solid"/>
            <a:miter lim="800000"/>
            <a:tailEnd type="none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399" b="0" i="0" u="none" strike="noStrike" kern="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j-ea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28" name="Textplatzhalter 27"/>
          <p:cNvSpPr>
            <a:spLocks noGrp="1"/>
          </p:cNvSpPr>
          <p:nvPr>
            <p:ph type="body" idx="1"/>
          </p:nvPr>
        </p:nvSpPr>
        <p:spPr>
          <a:xfrm>
            <a:off x="608083" y="1137600"/>
            <a:ext cx="10974284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indent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marL="510919" lvl="2" indent="-233246"/>
            <a:r>
              <a:rPr lang="en-US" noProof="0"/>
              <a:t>Third level</a:t>
            </a:r>
          </a:p>
          <a:p>
            <a:pPr marL="745752" lvl="3" indent="-231659"/>
            <a:r>
              <a:rPr lang="en-US" noProof="0"/>
              <a:t>Fourth level</a:t>
            </a:r>
          </a:p>
          <a:p>
            <a:pPr marL="944091" lvl="4" indent="-201512">
              <a:buClr>
                <a:srgbClr val="FFE600"/>
              </a:buClr>
            </a:pPr>
            <a:r>
              <a:rPr lang="en-US" noProof="0"/>
              <a:t>Text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noProof="0"/>
              <a:t>Mastertitelformat bearbeiten</a:t>
            </a:r>
            <a:endParaRPr lang="en-US" noProof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BA621AC-91DA-4716-A450-56540FA39C36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11281250" y="6356350"/>
            <a:ext cx="303055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6E3EDA9-8EAC-419E-8C11-4E1E158AF762}"/>
                </a:ext>
              </a:extLst>
            </p:cNvPr>
            <p:cNvSpPr>
              <a:spLocks/>
            </p:cNvSpPr>
            <p:nvPr userDrawn="1"/>
          </p:nvSpPr>
          <p:spPr bwMode="invGray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endParaRPr lang="en-US" sz="1799" noProof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BC9458B-8C2C-486A-8ADE-F22CCDC7E2F8}"/>
                </a:ext>
              </a:extLst>
            </p:cNvPr>
            <p:cNvSpPr>
              <a:spLocks/>
            </p:cNvSpPr>
            <p:nvPr userDrawn="1"/>
          </p:nvSpPr>
          <p:spPr bwMode="invGray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endParaRPr lang="en-US" sz="1799" noProof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0A4C4046-69B4-41DA-AA2E-E892AEC9AA90}"/>
                </a:ext>
              </a:extLst>
            </p:cNvPr>
            <p:cNvSpPr>
              <a:spLocks/>
            </p:cNvSpPr>
            <p:nvPr userDrawn="1"/>
          </p:nvSpPr>
          <p:spPr bwMode="invGray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endParaRPr lang="en-US" sz="1799" noProof="0"/>
            </a:p>
          </p:txBody>
        </p:sp>
      </p:grp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28184" y="6471244"/>
            <a:ext cx="1190638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lnSpc>
                <a:spcPct val="100000"/>
              </a:lnSpc>
              <a:defRPr lang="en-IN" sz="800" kern="120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fld id="{E3C4E94D-52F6-4854-A645-8EE8ED6BD207}" type="datetime3">
              <a:rPr lang="en-US" noProof="0"/>
              <a:t>14 November 2025</a:t>
            </a:fld>
            <a:endParaRPr lang="en-US" noProof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37502" y="6471244"/>
            <a:ext cx="3084493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lnSpc>
                <a:spcPct val="100000"/>
              </a:lnSpc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US" noProof="0"/>
              <a:t>EY GSA PPT Gallery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6900" y="6471244"/>
            <a:ext cx="662721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lnSpc>
                <a:spcPct val="100000"/>
              </a:lnSpc>
              <a:defRPr lang="en-IN" sz="800" kern="120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US" noProof="0"/>
              <a:t>Page </a:t>
            </a:r>
            <a:fld id="{F1BC30E3-FFE5-4B91-AA19-87A149EBB9EE}" type="slidenum">
              <a:rPr lang="en-US" noProof="0"/>
              <a:pPr/>
              <a:t>‹#›</a:t>
            </a:fld>
            <a:endParaRPr lang="en-US" noProof="0"/>
          </a:p>
        </p:txBody>
      </p:sp>
      <p:grpSp>
        <p:nvGrpSpPr>
          <p:cNvPr id="13" name="Harvey 8" hidden="1">
            <a:extLst>
              <a:ext uri="{FF2B5EF4-FFF2-40B4-BE49-F238E27FC236}">
                <a16:creationId xmlns:a16="http://schemas.microsoft.com/office/drawing/2014/main" id="{D3F4D0FA-A81B-4B10-9021-8A65104D4F33}"/>
              </a:ext>
            </a:extLst>
          </p:cNvPr>
          <p:cNvGrpSpPr>
            <a:grpSpLocks/>
          </p:cNvGrpSpPr>
          <p:nvPr userDrawn="1">
            <p:custDataLst>
              <p:tags r:id="rId5"/>
            </p:custDataLst>
          </p:nvPr>
        </p:nvGrpSpPr>
        <p:grpSpPr>
          <a:xfrm>
            <a:off x="12318934" y="0"/>
            <a:ext cx="292456" cy="292608"/>
            <a:chOff x="0" y="0"/>
            <a:chExt cx="914400" cy="914400"/>
          </a:xfrm>
          <a:solidFill>
            <a:schemeClr val="tx1"/>
          </a:solidFill>
        </p:grpSpPr>
        <p:sp>
          <p:nvSpPr>
            <p:cNvPr id="15" name="Harvey 0/8 [0]" hidden="1">
              <a:extLst>
                <a:ext uri="{FF2B5EF4-FFF2-40B4-BE49-F238E27FC236}">
                  <a16:creationId xmlns:a16="http://schemas.microsoft.com/office/drawing/2014/main" id="{911B7AE0-6D9E-4951-8C02-4EBC2285390C}"/>
                </a:ext>
              </a:extLst>
            </p:cNvPr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16" name="Harvey 1/8 [1]" hidden="1">
              <a:extLst>
                <a:ext uri="{FF2B5EF4-FFF2-40B4-BE49-F238E27FC236}">
                  <a16:creationId xmlns:a16="http://schemas.microsoft.com/office/drawing/2014/main" id="{BD484FA2-A4C6-409E-8073-01940BE23E65}"/>
                </a:ext>
              </a:extLst>
            </p:cNvPr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17" name="Harvey 2/8 [2]" hidden="1">
              <a:extLst>
                <a:ext uri="{FF2B5EF4-FFF2-40B4-BE49-F238E27FC236}">
                  <a16:creationId xmlns:a16="http://schemas.microsoft.com/office/drawing/2014/main" id="{8504C18C-DAC9-4333-AB1C-4E0C850CF777}"/>
                </a:ext>
              </a:extLst>
            </p:cNvPr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18" name="Harvey 3/8 [3]" hidden="1">
              <a:extLst>
                <a:ext uri="{FF2B5EF4-FFF2-40B4-BE49-F238E27FC236}">
                  <a16:creationId xmlns:a16="http://schemas.microsoft.com/office/drawing/2014/main" id="{BAEB09BB-552E-4890-B99B-9246574F66D0}"/>
                </a:ext>
              </a:extLst>
            </p:cNvPr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22" name="Harvey 4/8 [4]" hidden="1">
              <a:extLst>
                <a:ext uri="{FF2B5EF4-FFF2-40B4-BE49-F238E27FC236}">
                  <a16:creationId xmlns:a16="http://schemas.microsoft.com/office/drawing/2014/main" id="{C08003B0-E416-44B2-8399-11F93D366890}"/>
                </a:ext>
              </a:extLst>
            </p:cNvPr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23" name="Harvey 5/8 [5]" hidden="1">
              <a:extLst>
                <a:ext uri="{FF2B5EF4-FFF2-40B4-BE49-F238E27FC236}">
                  <a16:creationId xmlns:a16="http://schemas.microsoft.com/office/drawing/2014/main" id="{AD4A1008-3865-4155-9924-7E0548EC350C}"/>
                </a:ext>
              </a:extLst>
            </p:cNvPr>
            <p:cNvSpPr>
              <a:spLocks noChangeAspect="1"/>
            </p:cNvSpPr>
            <p:nvPr>
              <p:custDataLst>
                <p:tags r:id="rId1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24" name="Harvey 6/8 [6]" hidden="1">
              <a:extLst>
                <a:ext uri="{FF2B5EF4-FFF2-40B4-BE49-F238E27FC236}">
                  <a16:creationId xmlns:a16="http://schemas.microsoft.com/office/drawing/2014/main" id="{83C9211C-945F-4AC1-9413-1EC55879FA2B}"/>
                </a:ext>
              </a:extLst>
            </p:cNvPr>
            <p:cNvSpPr>
              <a:spLocks noChangeAspect="1"/>
            </p:cNvSpPr>
            <p:nvPr>
              <p:custDataLst>
                <p:tags r:id="rId1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25" name="Harvey 7/8 [7]" hidden="1">
              <a:extLst>
                <a:ext uri="{FF2B5EF4-FFF2-40B4-BE49-F238E27FC236}">
                  <a16:creationId xmlns:a16="http://schemas.microsoft.com/office/drawing/2014/main" id="{BE9B4F0A-AF42-4C57-A9DC-C1E75F25959A}"/>
                </a:ext>
              </a:extLst>
            </p:cNvPr>
            <p:cNvSpPr>
              <a:spLocks noChangeAspect="1"/>
            </p:cNvSpPr>
            <p:nvPr>
              <p:custDataLst>
                <p:tags r:id="rId1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26" name="Harvey 8/8 [8]" hidden="1">
              <a:extLst>
                <a:ext uri="{FF2B5EF4-FFF2-40B4-BE49-F238E27FC236}">
                  <a16:creationId xmlns:a16="http://schemas.microsoft.com/office/drawing/2014/main" id="{B01DBED3-6466-4665-82C1-FC700CE328E9}"/>
                </a:ext>
              </a:extLst>
            </p:cNvPr>
            <p:cNvSpPr>
              <a:spLocks noChangeAspect="1"/>
            </p:cNvSpPr>
            <p:nvPr>
              <p:custDataLst>
                <p:tags r:id="rId1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4355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271463" marR="0" indent="-271463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FFE600"/>
        </a:buClr>
        <a:buSzPct val="70000"/>
        <a:buFont typeface="Arial" pitchFamily="34" charset="0"/>
        <a:buNone/>
        <a:tabLst/>
        <a:defRPr kumimoji="0" lang="de-DE" sz="2000" b="0" i="0" u="none" strike="noStrike" kern="1200" cap="none" spc="0" normalizeH="0" baseline="0" noProof="0" dirty="0">
          <a:ln>
            <a:noFill/>
          </a:ln>
          <a:solidFill>
            <a:schemeClr val="bg1"/>
          </a:solidFill>
          <a:effectLst/>
          <a:uLnTx/>
          <a:uFillTx/>
          <a:latin typeface="EYInterstate Light" panose="02000506000000020004" pitchFamily="2" charset="0"/>
          <a:ea typeface="+mn-ea"/>
          <a:cs typeface="+mn-cs"/>
        </a:defRPr>
      </a:lvl1pPr>
      <a:lvl2pPr marL="271463" marR="0" indent="-271463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FFE600"/>
        </a:buClr>
        <a:buSzPct val="70000"/>
        <a:buFont typeface="Arial" pitchFamily="34" charset="0"/>
        <a:buChar char="►"/>
        <a:tabLst/>
        <a:defRPr kumimoji="0" lang="de-DE" sz="2000" b="0" i="0" u="none" strike="noStrike" kern="1200" cap="none" spc="0" normalizeH="0" baseline="0" noProof="0" dirty="0">
          <a:ln>
            <a:noFill/>
          </a:ln>
          <a:solidFill>
            <a:schemeClr val="bg1"/>
          </a:solidFill>
          <a:effectLst/>
          <a:uLnTx/>
          <a:uFillTx/>
          <a:latin typeface="EYInterstate Light" panose="02000506000000020004" pitchFamily="2" charset="0"/>
          <a:ea typeface="+mn-ea"/>
          <a:cs typeface="+mn-cs"/>
        </a:defRPr>
      </a:lvl2pPr>
      <a:lvl3pPr marL="563562" marR="0" indent="-28575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FFE600"/>
        </a:buClr>
        <a:buSzPct val="70000"/>
        <a:buFont typeface="Arial" pitchFamily="34" charset="0"/>
        <a:buChar char="►"/>
        <a:tabLst/>
        <a:defRPr kumimoji="0" lang="de-DE" sz="1800" b="0" i="0" u="none" strike="noStrike" kern="1200" cap="none" spc="0" normalizeH="0" baseline="0" noProof="0" dirty="0">
          <a:ln>
            <a:noFill/>
          </a:ln>
          <a:solidFill>
            <a:schemeClr val="bg1"/>
          </a:solidFill>
          <a:effectLst/>
          <a:uLnTx/>
          <a:uFillTx/>
          <a:latin typeface="EYInterstate Light" panose="02000506000000020004" pitchFamily="2" charset="0"/>
          <a:ea typeface="+mn-ea"/>
          <a:cs typeface="+mn-cs"/>
        </a:defRPr>
      </a:lvl3pPr>
      <a:lvl4pPr marL="800100" marR="0" indent="-28575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FFE600"/>
        </a:buClr>
        <a:buSzPct val="70000"/>
        <a:buFont typeface="Arial" pitchFamily="34" charset="0"/>
        <a:buChar char="►"/>
        <a:tabLst/>
        <a:defRPr kumimoji="0" lang="de-DE" sz="1600" b="0" i="0" u="none" strike="noStrike" kern="1200" cap="none" spc="0" normalizeH="0" baseline="0" noProof="0" dirty="0">
          <a:ln>
            <a:noFill/>
          </a:ln>
          <a:solidFill>
            <a:schemeClr val="bg1"/>
          </a:solidFill>
          <a:effectLst/>
          <a:uLnTx/>
          <a:uFillTx/>
          <a:latin typeface="EYInterstate Light" panose="02000506000000020004" pitchFamily="2" charset="0"/>
          <a:ea typeface="+mn-ea"/>
          <a:cs typeface="+mn-cs"/>
        </a:defRPr>
      </a:lvl4pPr>
      <a:lvl5pPr marL="944563" indent="-2016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FFE600"/>
        </a:buClr>
        <a:buSzPct val="70000"/>
        <a:buFont typeface="Arial" pitchFamily="34" charset="0"/>
        <a:buChar char="►"/>
        <a:tabLst/>
        <a:defRPr kumimoji="0" lang="de-DE" sz="1400" b="0" i="0" u="none" strike="noStrike" kern="1200" cap="none" spc="0" normalizeH="0" baseline="0" noProof="0" dirty="0">
          <a:ln>
            <a:noFill/>
          </a:ln>
          <a:solidFill>
            <a:schemeClr val="bg1"/>
          </a:solidFill>
          <a:effectLst/>
          <a:uLnTx/>
          <a:uFillTx/>
          <a:latin typeface="EYInterstate Light" panose="02000506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84" userDrawn="1">
          <p15:clr>
            <a:srgbClr val="F26B43"/>
          </p15:clr>
        </p15:guide>
        <p15:guide id="4" pos="7297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709" userDrawn="1">
          <p15:clr>
            <a:srgbClr val="F26B43"/>
          </p15:clr>
        </p15:guide>
        <p15:guide id="7" orient="horz" pos="3838" userDrawn="1">
          <p15:clr>
            <a:srgbClr val="F26B43"/>
          </p15:clr>
        </p15:guide>
        <p15:guide id="8" orient="horz" pos="4156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1" y="6471243"/>
            <a:ext cx="5712396" cy="196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IN"/>
              <a:t>Presentation title</a:t>
            </a:r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44D42C-CE8B-4A7F-BB00-DE40579C6AE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1250" y="6356350"/>
            <a:ext cx="303055" cy="311150"/>
            <a:chOff x="7110" y="4004"/>
            <a:chExt cx="191" cy="19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5648A23-B702-488D-8E7D-C35B2E69B4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3FF5F26-0C23-4C44-8EB1-A6B8A1C7B7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F2E5013-B8C1-491E-8005-8638ED34AD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val="855728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616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20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3232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8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848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6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6464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4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3080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2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F9B77F9-B44F-A807-CA0D-A5B5DFC8B5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F9B77F9-B44F-A807-CA0D-A5B5DFC8B5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3CDF1934-D2B2-4AA9-8EA1-1E518657904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1250" y="6356350"/>
            <a:ext cx="303055" cy="311150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CD35872E-4184-4A23-95E6-82765736F9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9F1107F2-2963-451C-9226-045532588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0DA7FBA8-90E2-4391-A0BA-B3AB343753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E59D4E9C-D280-4A0D-B23D-22954AB0CEC9}"/>
              </a:ext>
            </a:extLst>
          </p:cNvPr>
          <p:cNvSpPr txBox="1">
            <a:spLocks/>
          </p:cNvSpPr>
          <p:nvPr userDrawn="1"/>
        </p:nvSpPr>
        <p:spPr>
          <a:xfrm>
            <a:off x="609283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 dirty="0"/>
              <a:t>Page </a:t>
            </a:r>
            <a:fld id="{D5B76411-544C-4F9A-8EDE-9EEB2BD21F95}" type="slidenum">
              <a:rPr lang="en-IN" sz="800"/>
              <a:t>‹#›</a:t>
            </a:fld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3452722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616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20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3232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8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848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6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6464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4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3080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2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8" userDrawn="1">
          <p15:clr>
            <a:srgbClr val="F26B43"/>
          </p15:clr>
        </p15:guide>
        <p15:guide id="5" orient="horz" pos="712" userDrawn="1">
          <p15:clr>
            <a:srgbClr val="F26B43"/>
          </p15:clr>
        </p15:guide>
        <p15:guide id="6" orient="horz" pos="3840" userDrawn="1">
          <p15:clr>
            <a:srgbClr val="F26B43"/>
          </p15:clr>
        </p15:guide>
        <p15:guide id="7" orient="horz" pos="4199" userDrawn="1">
          <p15:clr>
            <a:srgbClr val="F26B43"/>
          </p15:clr>
        </p15:guide>
        <p15:guide id="8" orient="horz" pos="173" userDrawn="1">
          <p15:clr>
            <a:srgbClr val="F26B43"/>
          </p15:clr>
        </p15:guide>
        <p15:guide id="9" orient="horz" pos="3995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BA621AC-91DA-4716-A450-56540FA39C3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1250" y="6356350"/>
            <a:ext cx="303055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6E3EDA9-8EAC-419E-8C11-4E1E158AF7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BC9458B-8C2C-486A-8ADE-F22CCDC7E2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0A4C4046-69B4-41DA-AA2E-E892AEC9AA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28184" y="6471244"/>
            <a:ext cx="1190638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37502" y="6471244"/>
            <a:ext cx="3084493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IN"/>
              <a:t>Artificial Intelligence in Government Playbook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6900" y="6471244"/>
            <a:ext cx="662721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GB"/>
              <a:t>Page </a:t>
            </a:r>
            <a:fld id="{F1BC30E3-FFE5-4B91-AA19-87A149EBB9E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9714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726" r:id="rId2"/>
    <p:sldLayoutId id="2147483727" r:id="rId3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616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20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3232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8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848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6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6464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4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3080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2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BA621AC-91DA-4716-A450-56540FA39C3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1250" y="6382984"/>
            <a:ext cx="303055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6E3EDA9-8EAC-419E-8C11-4E1E158AF7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BC9458B-8C2C-486A-8ADE-F22CCDC7E2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0A4C4046-69B4-41DA-AA2E-E892AEC9AA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28184" y="6471244"/>
            <a:ext cx="1190638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</a:lstStyle>
          <a:p>
            <a:fld id="{CD05BAC6-7084-4B5E-A926-4CA635F89C64}" type="datetime3">
              <a:rPr lang="en-US"/>
              <a:t>14 November 2025</a:t>
            </a:fld>
            <a:endParaRPr lang="en-IN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6900" y="6471244"/>
            <a:ext cx="662721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GB" dirty="0"/>
              <a:t>Página </a:t>
            </a:r>
            <a:fld id="{F1BC30E3-FFE5-4B91-AA19-87A149EBB9EE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652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616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20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3232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8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848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6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6464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4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3080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2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0038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4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E5B5683-13BE-44DD-8090-7412A0807B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E5B5683-13BE-44DD-8090-7412A0807B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BA621AC-91DA-4716-A450-56540FA39C3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1250" y="6356350"/>
            <a:ext cx="303055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6E3EDA9-8EAC-419E-8C11-4E1E158AF7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BC9458B-8C2C-486A-8ADE-F22CCDC7E2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0A4C4046-69B4-41DA-AA2E-E892AEC9AA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37502" y="6471244"/>
            <a:ext cx="3084493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6900" y="6471244"/>
            <a:ext cx="662721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GB"/>
              <a:t>Page </a:t>
            </a:r>
            <a:fld id="{F1BC30E3-FFE5-4B91-AA19-87A149EBB9E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9714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</p:sldLayoutIdLst>
  <p:hf sldNum="0"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616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20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3232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8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848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6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6464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4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3080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2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2593941-E3CB-4A1D-1350-C03A24A82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2"/>
            <a:ext cx="5630781" cy="1285420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</a:rPr>
              <a:t>AI-Driven CI/CD with Python Automations</a:t>
            </a:r>
            <a:br>
              <a:rPr lang="en-IN" sz="44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87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7B44E-9F89-7BB4-D26D-7F0D183B4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0" descr="Creative listing layouts&#10;5 Pointer layout">
            <a:extLst>
              <a:ext uri="{FF2B5EF4-FFF2-40B4-BE49-F238E27FC236}">
                <a16:creationId xmlns:a16="http://schemas.microsoft.com/office/drawing/2014/main" id="{5806EE75-C96E-2EE3-EC1E-75C6CFE85A91}"/>
              </a:ext>
            </a:extLst>
          </p:cNvPr>
          <p:cNvSpPr/>
          <p:nvPr/>
        </p:nvSpPr>
        <p:spPr bwMode="gray">
          <a:xfrm>
            <a:off x="947632" y="2684587"/>
            <a:ext cx="1959012" cy="3466977"/>
          </a:xfrm>
          <a:prstGeom prst="rect">
            <a:avLst/>
          </a:prstGeom>
          <a:solidFill>
            <a:schemeClr val="tx2"/>
          </a:solidFill>
        </p:spPr>
        <p:txBody>
          <a:bodyPr wrap="square" tIns="90000" bIns="36000">
            <a:noAutofit/>
          </a:bodyPr>
          <a:lstStyle/>
          <a:p>
            <a:pPr fontAlgn="base"/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AI-Powered Automation​</a:t>
            </a:r>
          </a:p>
          <a:p>
            <a:pPr fontAlgn="base"/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  <a:p>
            <a:pPr fontAlgn="base"/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AI models automate pipeline stages, enabling smarter, adaptive DevOps processes.​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TextBox 6" descr="Creative listing layouts&#10;5 Pointer layout">
            <a:extLst>
              <a:ext uri="{FF2B5EF4-FFF2-40B4-BE49-F238E27FC236}">
                <a16:creationId xmlns:a16="http://schemas.microsoft.com/office/drawing/2014/main" id="{CDD98887-01DB-836B-7F23-E2B05F9D0894}"/>
              </a:ext>
            </a:extLst>
          </p:cNvPr>
          <p:cNvSpPr txBox="1"/>
          <p:nvPr/>
        </p:nvSpPr>
        <p:spPr>
          <a:xfrm>
            <a:off x="1252656" y="1164105"/>
            <a:ext cx="847639" cy="1842043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algn="ctr">
              <a:lnSpc>
                <a:spcPct val="85000"/>
              </a:lnSpc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US" sz="13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138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hteck 40" descr="Creative listing layouts&#10;5 Pointer layout">
            <a:extLst>
              <a:ext uri="{FF2B5EF4-FFF2-40B4-BE49-F238E27FC236}">
                <a16:creationId xmlns:a16="http://schemas.microsoft.com/office/drawing/2014/main" id="{D11E1EA7-36EB-E5F1-4806-741B31DA217C}"/>
              </a:ext>
            </a:extLst>
          </p:cNvPr>
          <p:cNvSpPr/>
          <p:nvPr/>
        </p:nvSpPr>
        <p:spPr bwMode="gray">
          <a:xfrm>
            <a:off x="2989495" y="2684587"/>
            <a:ext cx="1959012" cy="3466977"/>
          </a:xfrm>
          <a:prstGeom prst="rect">
            <a:avLst/>
          </a:prstGeom>
          <a:solidFill>
            <a:srgbClr val="2E2E38"/>
          </a:solidFill>
        </p:spPr>
        <p:txBody>
          <a:bodyPr wrap="square" tIns="90000" bIns="36000">
            <a:noAutofit/>
          </a:bodyPr>
          <a:lstStyle/>
          <a:p>
            <a:pPr fontAlgn="base"/>
            <a:r>
              <a:rPr lang="en-US" b="1" dirty="0">
                <a:solidFill>
                  <a:schemeClr val="bg1"/>
                </a:solidFill>
              </a:rPr>
              <a:t>Python-Based Pipeline</a:t>
            </a:r>
            <a:r>
              <a:rPr lang="en-US" dirty="0">
                <a:solidFill>
                  <a:schemeClr val="bg1"/>
                </a:solidFill>
              </a:rPr>
              <a:t>​</a:t>
            </a:r>
          </a:p>
          <a:p>
            <a:pPr fontAlgn="base"/>
            <a:endParaRPr lang="en-US" sz="1600" dirty="0">
              <a:solidFill>
                <a:schemeClr val="bg1"/>
              </a:solidFill>
            </a:endParaRPr>
          </a:p>
          <a:p>
            <a:pPr fontAlgn="base"/>
            <a:r>
              <a:rPr lang="en-US" sz="1400" dirty="0">
                <a:solidFill>
                  <a:schemeClr val="bg1"/>
                </a:solidFill>
              </a:rPr>
              <a:t>Python libraries replace traditional CI/CD tools, ensuring flexibility and control.</a:t>
            </a:r>
            <a:r>
              <a:rPr lang="en-US" sz="1100" dirty="0">
                <a:solidFill>
                  <a:schemeClr val="bg1"/>
                </a:solidFill>
              </a:rPr>
              <a:t>​</a:t>
            </a:r>
          </a:p>
        </p:txBody>
      </p:sp>
      <p:sp>
        <p:nvSpPr>
          <p:cNvPr id="9" name="TextBox 8" descr="Creative listing layouts&#10;5 Pointer layout">
            <a:extLst>
              <a:ext uri="{FF2B5EF4-FFF2-40B4-BE49-F238E27FC236}">
                <a16:creationId xmlns:a16="http://schemas.microsoft.com/office/drawing/2014/main" id="{3AAD13A6-E84D-5E51-EFD5-ECCAA4341B8A}"/>
              </a:ext>
            </a:extLst>
          </p:cNvPr>
          <p:cNvSpPr txBox="1"/>
          <p:nvPr/>
        </p:nvSpPr>
        <p:spPr>
          <a:xfrm>
            <a:off x="3427125" y="1176065"/>
            <a:ext cx="984244" cy="1842043"/>
          </a:xfrm>
          <a:prstGeom prst="rect">
            <a:avLst/>
          </a:prstGeom>
          <a:noFill/>
        </p:spPr>
        <p:txBody>
          <a:bodyPr wrap="none" lIns="0" tIns="36576" rIns="0" bIns="0" rtlCol="0">
            <a:spAutoFit/>
          </a:bodyPr>
          <a:lstStyle/>
          <a:p>
            <a:pPr algn="ctr">
              <a:lnSpc>
                <a:spcPct val="85000"/>
              </a:lnSpc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US" sz="13800" b="1" dirty="0">
                <a:solidFill>
                  <a:srgbClr val="2E2E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13800" b="1" dirty="0">
              <a:solidFill>
                <a:srgbClr val="2E2E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40" descr="Creative listing layouts&#10;5 Pointer layout">
            <a:extLst>
              <a:ext uri="{FF2B5EF4-FFF2-40B4-BE49-F238E27FC236}">
                <a16:creationId xmlns:a16="http://schemas.microsoft.com/office/drawing/2014/main" id="{73A82A64-0ADE-D880-D6CA-22844066AACD}"/>
              </a:ext>
            </a:extLst>
          </p:cNvPr>
          <p:cNvSpPr/>
          <p:nvPr/>
        </p:nvSpPr>
        <p:spPr bwMode="gray">
          <a:xfrm>
            <a:off x="5031358" y="2684587"/>
            <a:ext cx="1959012" cy="3466977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 wrap="square" tIns="90000" bIns="36000">
            <a:noAutofit/>
          </a:bodyPr>
          <a:lstStyle/>
          <a:p>
            <a:pPr>
              <a:lnSpc>
                <a:spcPct val="95000"/>
              </a:lnSpc>
              <a:spcAft>
                <a:spcPts val="800"/>
              </a:spcAft>
              <a:defRPr/>
            </a:pPr>
            <a:r>
              <a:rPr lang="en-US" b="1" dirty="0">
                <a:solidFill>
                  <a:schemeClr val="bg2"/>
                </a:solidFill>
              </a:rPr>
              <a:t>Comprehensive Lifecycle Support</a:t>
            </a:r>
          </a:p>
          <a:p>
            <a:pPr>
              <a:lnSpc>
                <a:spcPct val="95000"/>
              </a:lnSpc>
              <a:spcAft>
                <a:spcPts val="800"/>
              </a:spcAft>
              <a:defRPr/>
            </a:pPr>
            <a:r>
              <a:rPr lang="en-US" sz="1400" dirty="0">
                <a:solidFill>
                  <a:schemeClr val="bg2"/>
                </a:solidFill>
              </a:rPr>
              <a:t>Python supports version control, testing, deployment, and monitoring in one language.​</a:t>
            </a:r>
          </a:p>
          <a:p>
            <a:pPr>
              <a:lnSpc>
                <a:spcPct val="95000"/>
              </a:lnSpc>
              <a:spcAft>
                <a:spcPts val="800"/>
              </a:spcAft>
              <a:defRPr/>
            </a:pPr>
            <a:endParaRPr lang="en-US" b="1" kern="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 descr="Creative listing layouts&#10;5 Pointer layout">
            <a:extLst>
              <a:ext uri="{FF2B5EF4-FFF2-40B4-BE49-F238E27FC236}">
                <a16:creationId xmlns:a16="http://schemas.microsoft.com/office/drawing/2014/main" id="{9DAAFB46-6C6C-F4D4-4808-7EA52D06F23F}"/>
              </a:ext>
            </a:extLst>
          </p:cNvPr>
          <p:cNvSpPr txBox="1"/>
          <p:nvPr/>
        </p:nvSpPr>
        <p:spPr>
          <a:xfrm>
            <a:off x="5494521" y="1178881"/>
            <a:ext cx="984244" cy="1842043"/>
          </a:xfrm>
          <a:prstGeom prst="rect">
            <a:avLst/>
          </a:prstGeom>
          <a:noFill/>
        </p:spPr>
        <p:txBody>
          <a:bodyPr wrap="none" lIns="0" tIns="36576" rIns="0" bIns="0" rtlCol="0">
            <a:spAutoFit/>
          </a:bodyPr>
          <a:lstStyle/>
          <a:p>
            <a:pPr algn="ctr">
              <a:lnSpc>
                <a:spcPct val="85000"/>
              </a:lnSpc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US" sz="13800" b="1" dirty="0">
                <a:solidFill>
                  <a:srgbClr val="2E2E38">
                    <a:lumMod val="60000"/>
                    <a:lumOff val="4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IN" sz="13800" b="1" dirty="0">
              <a:solidFill>
                <a:srgbClr val="2E2E38">
                  <a:lumMod val="60000"/>
                  <a:lumOff val="4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hteck 40" descr="Creative listing layouts&#10;5 Pointer layout">
            <a:extLst>
              <a:ext uri="{FF2B5EF4-FFF2-40B4-BE49-F238E27FC236}">
                <a16:creationId xmlns:a16="http://schemas.microsoft.com/office/drawing/2014/main" id="{4FEDC312-950D-23A0-4A42-B2B801C58229}"/>
              </a:ext>
            </a:extLst>
          </p:cNvPr>
          <p:cNvSpPr/>
          <p:nvPr/>
        </p:nvSpPr>
        <p:spPr bwMode="gray">
          <a:xfrm>
            <a:off x="7073221" y="2684587"/>
            <a:ext cx="1959012" cy="3466977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</p:spPr>
        <p:txBody>
          <a:bodyPr wrap="square" tIns="90000" bIns="36000">
            <a:noAutofit/>
          </a:bodyPr>
          <a:lstStyle/>
          <a:p>
            <a:pPr fontAlgn="base"/>
            <a:r>
              <a:rPr lang="en-US" b="1" dirty="0">
                <a:solidFill>
                  <a:schemeClr val="bg2"/>
                </a:solidFill>
              </a:rPr>
              <a:t>Intelligent Decision-Making</a:t>
            </a:r>
          </a:p>
          <a:p>
            <a:pPr fontAlgn="base"/>
            <a:endParaRPr lang="en-US" b="1" dirty="0">
              <a:solidFill>
                <a:schemeClr val="bg2"/>
              </a:solidFill>
            </a:endParaRPr>
          </a:p>
          <a:p>
            <a:pPr fontAlgn="base"/>
            <a:r>
              <a:rPr lang="en-US" dirty="0">
                <a:solidFill>
                  <a:schemeClr val="bg2"/>
                </a:solidFill>
              </a:rPr>
              <a:t>​ </a:t>
            </a:r>
            <a:r>
              <a:rPr lang="en-US" sz="1400" dirty="0">
                <a:solidFill>
                  <a:schemeClr val="bg2"/>
                </a:solidFill>
              </a:rPr>
              <a:t>AI predicts test failures, optimizes resources, and detects anomalies in real-time</a:t>
            </a:r>
          </a:p>
        </p:txBody>
      </p:sp>
      <p:sp>
        <p:nvSpPr>
          <p:cNvPr id="15" name="TextBox 14" descr="Creative listing layouts&#10;5 Pointer layout">
            <a:extLst>
              <a:ext uri="{FF2B5EF4-FFF2-40B4-BE49-F238E27FC236}">
                <a16:creationId xmlns:a16="http://schemas.microsoft.com/office/drawing/2014/main" id="{8E864526-FC93-E537-2E0A-867B985AC047}"/>
              </a:ext>
            </a:extLst>
          </p:cNvPr>
          <p:cNvSpPr txBox="1"/>
          <p:nvPr/>
        </p:nvSpPr>
        <p:spPr>
          <a:xfrm>
            <a:off x="7363460" y="1164104"/>
            <a:ext cx="984244" cy="1842043"/>
          </a:xfrm>
          <a:prstGeom prst="rect">
            <a:avLst/>
          </a:prstGeom>
          <a:noFill/>
        </p:spPr>
        <p:txBody>
          <a:bodyPr wrap="none" lIns="0" tIns="36576" rIns="0" bIns="0" rtlCol="0">
            <a:spAutoFit/>
          </a:bodyPr>
          <a:lstStyle/>
          <a:p>
            <a:pPr algn="ctr">
              <a:lnSpc>
                <a:spcPct val="85000"/>
              </a:lnSpc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US" sz="13800" b="1" dirty="0">
                <a:solidFill>
                  <a:srgbClr val="2E2E38">
                    <a:lumMod val="20000"/>
                    <a:lumOff val="8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IN" sz="13800" b="1" dirty="0">
              <a:solidFill>
                <a:srgbClr val="2E2E38">
                  <a:lumMod val="20000"/>
                  <a:lumOff val="8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E35B29-6949-8665-B0E1-6A3A7B398680}"/>
              </a:ext>
            </a:extLst>
          </p:cNvPr>
          <p:cNvSpPr txBox="1"/>
          <p:nvPr/>
        </p:nvSpPr>
        <p:spPr>
          <a:xfrm>
            <a:off x="434369" y="424937"/>
            <a:ext cx="79281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Overview of AI-Driven CI/CD with Python</a:t>
            </a:r>
            <a:endParaRPr lang="en-IN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433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C2D64F-321E-03AC-AD6F-F77CE62B4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08" y="109727"/>
            <a:ext cx="11643360" cy="626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60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00C2104-9ED6-D93B-3D12-B5AF979C8AB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142"/>
            <a:ext cx="12192000" cy="685371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2A3AFA-2B08-46F6-AAA1-CB3839F25E19}"/>
              </a:ext>
            </a:extLst>
          </p:cNvPr>
          <p:cNvSpPr/>
          <p:nvPr/>
        </p:nvSpPr>
        <p:spPr>
          <a:xfrm>
            <a:off x="173530" y="187072"/>
            <a:ext cx="5316559" cy="6483857"/>
          </a:xfrm>
          <a:prstGeom prst="rect">
            <a:avLst/>
          </a:prstGeom>
          <a:solidFill>
            <a:schemeClr val="bg2">
              <a:alpha val="8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algn="ctr" defTabSz="913943">
              <a:defRPr/>
            </a:pPr>
            <a:endParaRPr lang="en-IN" sz="1025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35CE65-3FA8-4977-947A-545AE79E46D1}"/>
              </a:ext>
            </a:extLst>
          </p:cNvPr>
          <p:cNvSpPr txBox="1"/>
          <p:nvPr/>
        </p:nvSpPr>
        <p:spPr>
          <a:xfrm>
            <a:off x="398089" y="358890"/>
            <a:ext cx="4500962" cy="932824"/>
          </a:xfrm>
          <a:prstGeom prst="rect">
            <a:avLst/>
          </a:prstGeom>
          <a:noFill/>
        </p:spPr>
        <p:txBody>
          <a:bodyPr wrap="square" lIns="0" tIns="31246" rIns="0" bIns="0" rtlCol="0">
            <a:spAutoFit/>
          </a:bodyPr>
          <a:lstStyle/>
          <a:p>
            <a:pPr defTabSz="913943">
              <a:lnSpc>
                <a:spcPct val="85000"/>
              </a:lnSpc>
              <a:spcAft>
                <a:spcPts val="513"/>
              </a:spcAft>
              <a:buClr>
                <a:srgbClr val="FFE600"/>
              </a:buClr>
              <a:buSzPct val="70000"/>
              <a:defRPr/>
            </a:pPr>
            <a:r>
              <a:rPr lang="en-IN" sz="3200" dirty="0">
                <a:solidFill>
                  <a:schemeClr val="tx2"/>
                </a:solidFill>
              </a:rPr>
              <a:t>Why Python for CI/CD?</a:t>
            </a:r>
            <a:r>
              <a:rPr lang="en-IN" sz="3200" dirty="0"/>
              <a:t>​</a:t>
            </a:r>
            <a:endParaRPr lang="en-IN" sz="3200" dirty="0">
              <a:solidFill>
                <a:schemeClr val="bg1"/>
              </a:solidFill>
            </a:endParaRPr>
          </a:p>
          <a:p>
            <a:pPr defTabSz="913943">
              <a:lnSpc>
                <a:spcPct val="85000"/>
              </a:lnSpc>
              <a:spcAft>
                <a:spcPts val="513"/>
              </a:spcAft>
              <a:buClr>
                <a:srgbClr val="FFE600"/>
              </a:buClr>
              <a:buSzPct val="70000"/>
              <a:defRPr/>
            </a:pPr>
            <a:endParaRPr lang="en-IN" sz="3200" kern="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C2E79-3E9A-474F-896C-6A82E2F6C879}"/>
              </a:ext>
            </a:extLst>
          </p:cNvPr>
          <p:cNvSpPr txBox="1"/>
          <p:nvPr/>
        </p:nvSpPr>
        <p:spPr>
          <a:xfrm>
            <a:off x="351814" y="1659702"/>
            <a:ext cx="775974" cy="559861"/>
          </a:xfrm>
          <a:prstGeom prst="rect">
            <a:avLst/>
          </a:prstGeom>
          <a:noFill/>
        </p:spPr>
        <p:txBody>
          <a:bodyPr wrap="square" lIns="0" tIns="36557" rIns="0" bIns="0" rtlCol="0" anchor="ctr">
            <a:spAutoFit/>
          </a:bodyPr>
          <a:lstStyle/>
          <a:p>
            <a:pPr algn="ctr" defTabSz="913943">
              <a:lnSpc>
                <a:spcPct val="85000"/>
              </a:lnSpc>
              <a:spcAft>
                <a:spcPts val="600"/>
              </a:spcAft>
              <a:buClr>
                <a:srgbClr val="FFE600"/>
              </a:buClr>
              <a:buSzPct val="70000"/>
              <a:defRPr/>
            </a:pPr>
            <a:r>
              <a:rPr lang="en-US" sz="3998" kern="0" dirty="0">
                <a:solidFill>
                  <a:srgbClr val="FFFFFF">
                    <a:alpha val="62000"/>
                  </a:srgbClr>
                </a:solidFill>
              </a:rPr>
              <a:t>01</a:t>
            </a:r>
            <a:endParaRPr lang="en-IN" sz="3998" kern="0" dirty="0">
              <a:solidFill>
                <a:srgbClr val="FFFFFF">
                  <a:alpha val="62000"/>
                </a:srgbClr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2348A7F-6278-4C5B-A92F-5730AECFA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982" y="1704423"/>
            <a:ext cx="4006446" cy="369332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 anchorCtr="0">
            <a:spAutoFit/>
          </a:bodyPr>
          <a:lstStyle/>
          <a:p>
            <a:pPr defTabSz="758604">
              <a:defRPr/>
            </a:pPr>
            <a:r>
              <a:rPr lang="en-US" sz="2400" b="1" dirty="0">
                <a:solidFill>
                  <a:schemeClr val="bg1"/>
                </a:solidFill>
              </a:rPr>
              <a:t>Simplicity and Readability</a:t>
            </a:r>
            <a:endParaRPr lang="en-IN" sz="2400" dirty="0">
              <a:solidFill>
                <a:srgbClr val="FFFFFF"/>
              </a:solidFill>
              <a:latin typeface="+mj-lt"/>
              <a:cs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337E7-EDA5-4773-8A61-E0756879D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984" y="2423375"/>
            <a:ext cx="4006446" cy="369332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 anchorCtr="0">
            <a:spAutoFit/>
          </a:bodyPr>
          <a:lstStyle/>
          <a:p>
            <a:pPr defTabSz="758604">
              <a:defRPr/>
            </a:pPr>
            <a:r>
              <a:rPr lang="en-US" sz="2400" b="1" dirty="0">
                <a:solidFill>
                  <a:schemeClr val="bg1"/>
                </a:solidFill>
              </a:rPr>
              <a:t>Full Automation Control</a:t>
            </a:r>
            <a:endParaRPr lang="en-IN" sz="2400" dirty="0">
              <a:solidFill>
                <a:srgbClr val="FFFFFF"/>
              </a:solidFill>
              <a:latin typeface="+mj-lt"/>
              <a:cs typeface="Arial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8F2D181-DE27-4FAF-ABC1-7F142C92D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898" y="3185305"/>
            <a:ext cx="4006446" cy="369332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 anchorCtr="0">
            <a:spAutoFit/>
          </a:bodyPr>
          <a:lstStyle/>
          <a:p>
            <a:pPr defTabSz="758604">
              <a:defRPr/>
            </a:pPr>
            <a:r>
              <a:rPr lang="en-US" sz="2400" b="1" dirty="0">
                <a:solidFill>
                  <a:schemeClr val="bg1"/>
                </a:solidFill>
              </a:rPr>
              <a:t>AI Integration Capability</a:t>
            </a:r>
            <a:endParaRPr lang="en-IN" sz="2400" dirty="0">
              <a:solidFill>
                <a:srgbClr val="FFFFFF"/>
              </a:solidFill>
              <a:latin typeface="+mj-lt"/>
              <a:cs typeface="Arial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F019D73-A88F-4F9A-BC68-B135F96C2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983" y="3920564"/>
            <a:ext cx="3986721" cy="369332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 anchorCtr="0">
            <a:spAutoFit/>
          </a:bodyPr>
          <a:lstStyle/>
          <a:p>
            <a:pPr defTabSz="758604">
              <a:defRPr/>
            </a:pPr>
            <a:r>
              <a:rPr lang="en-US" sz="2400" b="1" dirty="0">
                <a:solidFill>
                  <a:schemeClr val="bg1"/>
                </a:solidFill>
              </a:rPr>
              <a:t>Strong Community Support</a:t>
            </a:r>
            <a:endParaRPr lang="en-IN" sz="2400" dirty="0">
              <a:solidFill>
                <a:srgbClr val="FFFFFF"/>
              </a:solidFill>
              <a:latin typeface="+mj-lt"/>
              <a:cs typeface="Arial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25CC50-DEE3-4A15-AD36-6676E356306A}"/>
              </a:ext>
            </a:extLst>
          </p:cNvPr>
          <p:cNvSpPr txBox="1"/>
          <p:nvPr/>
        </p:nvSpPr>
        <p:spPr>
          <a:xfrm>
            <a:off x="351814" y="2360231"/>
            <a:ext cx="775974" cy="559861"/>
          </a:xfrm>
          <a:prstGeom prst="rect">
            <a:avLst/>
          </a:prstGeom>
          <a:noFill/>
        </p:spPr>
        <p:txBody>
          <a:bodyPr wrap="square" lIns="0" tIns="36557" rIns="0" bIns="0" rtlCol="0" anchor="ctr">
            <a:spAutoFit/>
          </a:bodyPr>
          <a:lstStyle/>
          <a:p>
            <a:pPr algn="ctr" defTabSz="913943">
              <a:lnSpc>
                <a:spcPct val="85000"/>
              </a:lnSpc>
              <a:spcAft>
                <a:spcPts val="600"/>
              </a:spcAft>
              <a:buClr>
                <a:srgbClr val="FFE600"/>
              </a:buClr>
              <a:buSzPct val="70000"/>
              <a:defRPr/>
            </a:pPr>
            <a:r>
              <a:rPr lang="en-US" sz="3998" kern="0" dirty="0">
                <a:solidFill>
                  <a:srgbClr val="FFFFFF">
                    <a:alpha val="62000"/>
                  </a:srgbClr>
                </a:solidFill>
              </a:rPr>
              <a:t>02</a:t>
            </a:r>
            <a:endParaRPr lang="en-IN" sz="3998" kern="0" dirty="0">
              <a:solidFill>
                <a:srgbClr val="FFFFFF">
                  <a:alpha val="62000"/>
                </a:srgb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A32A33-9E23-4AC8-B67F-2488A9B714B8}"/>
              </a:ext>
            </a:extLst>
          </p:cNvPr>
          <p:cNvSpPr txBox="1"/>
          <p:nvPr/>
        </p:nvSpPr>
        <p:spPr>
          <a:xfrm>
            <a:off x="351814" y="3105652"/>
            <a:ext cx="775974" cy="559861"/>
          </a:xfrm>
          <a:prstGeom prst="rect">
            <a:avLst/>
          </a:prstGeom>
          <a:noFill/>
        </p:spPr>
        <p:txBody>
          <a:bodyPr wrap="square" lIns="0" tIns="36557" rIns="0" bIns="0" rtlCol="0" anchor="ctr">
            <a:spAutoFit/>
          </a:bodyPr>
          <a:lstStyle/>
          <a:p>
            <a:pPr algn="ctr" defTabSz="913943">
              <a:lnSpc>
                <a:spcPct val="85000"/>
              </a:lnSpc>
              <a:spcAft>
                <a:spcPts val="600"/>
              </a:spcAft>
              <a:buClr>
                <a:srgbClr val="FFE600"/>
              </a:buClr>
              <a:buSzPct val="70000"/>
              <a:defRPr/>
            </a:pPr>
            <a:r>
              <a:rPr lang="en-US" sz="3998" kern="0" dirty="0">
                <a:solidFill>
                  <a:srgbClr val="FFFFFF">
                    <a:alpha val="62000"/>
                  </a:srgbClr>
                </a:solidFill>
              </a:rPr>
              <a:t>03</a:t>
            </a:r>
            <a:endParaRPr lang="en-IN" sz="3998" kern="0" dirty="0">
              <a:solidFill>
                <a:srgbClr val="FFFFFF">
                  <a:alpha val="62000"/>
                </a:srgb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2FAC1E-BF46-4D82-8B25-AF7282DDA31B}"/>
              </a:ext>
            </a:extLst>
          </p:cNvPr>
          <p:cNvSpPr txBox="1"/>
          <p:nvPr/>
        </p:nvSpPr>
        <p:spPr>
          <a:xfrm>
            <a:off x="351814" y="3841520"/>
            <a:ext cx="775974" cy="559861"/>
          </a:xfrm>
          <a:prstGeom prst="rect">
            <a:avLst/>
          </a:prstGeom>
          <a:noFill/>
        </p:spPr>
        <p:txBody>
          <a:bodyPr wrap="square" lIns="0" tIns="36557" rIns="0" bIns="0" rtlCol="0" anchor="ctr">
            <a:spAutoFit/>
          </a:bodyPr>
          <a:lstStyle/>
          <a:p>
            <a:pPr algn="ctr" defTabSz="913943">
              <a:lnSpc>
                <a:spcPct val="85000"/>
              </a:lnSpc>
              <a:spcAft>
                <a:spcPts val="600"/>
              </a:spcAft>
              <a:buClr>
                <a:srgbClr val="FFE600"/>
              </a:buClr>
              <a:buSzPct val="70000"/>
              <a:defRPr/>
            </a:pPr>
            <a:r>
              <a:rPr lang="en-US" sz="3998" kern="0" dirty="0">
                <a:solidFill>
                  <a:srgbClr val="FFFFFF">
                    <a:alpha val="62000"/>
                  </a:srgbClr>
                </a:solidFill>
              </a:rPr>
              <a:t>04</a:t>
            </a:r>
            <a:endParaRPr lang="en-IN" sz="3998" kern="0" dirty="0">
              <a:solidFill>
                <a:srgbClr val="FFFFFF">
                  <a:alpha val="62000"/>
                </a:srgbClr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888ADD7-FAB1-439E-9378-BBD3358F0367}"/>
              </a:ext>
            </a:extLst>
          </p:cNvPr>
          <p:cNvCxnSpPr/>
          <p:nvPr/>
        </p:nvCxnSpPr>
        <p:spPr>
          <a:xfrm>
            <a:off x="398089" y="1253304"/>
            <a:ext cx="4904167" cy="0"/>
          </a:xfrm>
          <a:prstGeom prst="line">
            <a:avLst/>
          </a:prstGeom>
          <a:ln w="28575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45E7E23-52E6-4914-AAB6-709EAE006045}"/>
              </a:ext>
            </a:extLst>
          </p:cNvPr>
          <p:cNvCxnSpPr/>
          <p:nvPr/>
        </p:nvCxnSpPr>
        <p:spPr>
          <a:xfrm>
            <a:off x="398089" y="6436062"/>
            <a:ext cx="4904167" cy="0"/>
          </a:xfrm>
          <a:prstGeom prst="line">
            <a:avLst/>
          </a:prstGeom>
          <a:ln w="28575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524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" descr="Creative listing layouts&#10;4 Pointer layout&#10;Signboard Format">
            <a:extLst>
              <a:ext uri="{FF2B5EF4-FFF2-40B4-BE49-F238E27FC236}">
                <a16:creationId xmlns:a16="http://schemas.microsoft.com/office/drawing/2014/main" id="{77853FDF-175F-67C3-0F18-AD9EAFD78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25" y="272515"/>
            <a:ext cx="8229600" cy="41908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Traditional CI/CD Challenges</a:t>
            </a:r>
            <a:endParaRPr lang="en-IN" sz="3200" dirty="0"/>
          </a:p>
        </p:txBody>
      </p:sp>
      <p:grpSp>
        <p:nvGrpSpPr>
          <p:cNvPr id="33" name="Group 32" descr="Creative listing layouts&#10;4 Pointer layout&#10;Signboard Format">
            <a:extLst>
              <a:ext uri="{FF2B5EF4-FFF2-40B4-BE49-F238E27FC236}">
                <a16:creationId xmlns:a16="http://schemas.microsoft.com/office/drawing/2014/main" id="{480A0602-EE06-7C3F-E82A-774019E4FD5A}"/>
              </a:ext>
            </a:extLst>
          </p:cNvPr>
          <p:cNvGrpSpPr/>
          <p:nvPr/>
        </p:nvGrpSpPr>
        <p:grpSpPr>
          <a:xfrm>
            <a:off x="5866375" y="1447800"/>
            <a:ext cx="478300" cy="4597400"/>
            <a:chOff x="3788216" y="1447800"/>
            <a:chExt cx="478300" cy="4597400"/>
          </a:xfrm>
          <a:solidFill>
            <a:schemeClr val="tx1">
              <a:lumMod val="95000"/>
            </a:schemeClr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76C0922-7493-B9FE-50C4-A687DDEA0D94}"/>
                </a:ext>
              </a:extLst>
            </p:cNvPr>
            <p:cNvSpPr/>
            <p:nvPr/>
          </p:nvSpPr>
          <p:spPr>
            <a:xfrm>
              <a:off x="3788216" y="5795473"/>
              <a:ext cx="478300" cy="249727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IN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CB0EAD6-1B78-81CF-3AC9-4CF5165BE2BD}"/>
                </a:ext>
              </a:extLst>
            </p:cNvPr>
            <p:cNvSpPr/>
            <p:nvPr/>
          </p:nvSpPr>
          <p:spPr>
            <a:xfrm>
              <a:off x="3907791" y="1447800"/>
              <a:ext cx="239150" cy="441184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IN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6" name="Pentagon 23" descr="Creative listing layouts&#10;4 Pointer layout&#10;Signboard Format">
            <a:extLst>
              <a:ext uri="{FF2B5EF4-FFF2-40B4-BE49-F238E27FC236}">
                <a16:creationId xmlns:a16="http://schemas.microsoft.com/office/drawing/2014/main" id="{6222FA7E-BA2A-F685-CC08-827E2ED92DB5}"/>
              </a:ext>
            </a:extLst>
          </p:cNvPr>
          <p:cNvSpPr/>
          <p:nvPr/>
        </p:nvSpPr>
        <p:spPr>
          <a:xfrm flipH="1">
            <a:off x="2937012" y="4161007"/>
            <a:ext cx="3040620" cy="507831"/>
          </a:xfrm>
          <a:prstGeom prst="homePlate">
            <a:avLst/>
          </a:prstGeom>
          <a:solidFill>
            <a:schemeClr val="bg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b="1" dirty="0">
                <a:solidFill>
                  <a:schemeClr val="bg2"/>
                </a:solidFill>
              </a:rPr>
              <a:t>Lack of Intelligent Automation</a:t>
            </a:r>
            <a:r>
              <a:rPr lang="en-US" sz="1600" dirty="0">
                <a:solidFill>
                  <a:schemeClr val="bg2"/>
                </a:solidFill>
              </a:rPr>
              <a:t>​</a:t>
            </a:r>
          </a:p>
          <a:p>
            <a:pPr algn="ctr"/>
            <a:endParaRPr lang="en-IN" sz="16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Pentagon 24" descr="Creative listing layouts&#10;4 Pointer layout&#10;Signboard Format">
            <a:extLst>
              <a:ext uri="{FF2B5EF4-FFF2-40B4-BE49-F238E27FC236}">
                <a16:creationId xmlns:a16="http://schemas.microsoft.com/office/drawing/2014/main" id="{500BF060-B484-D6BD-83EB-BD86298B7709}"/>
              </a:ext>
            </a:extLst>
          </p:cNvPr>
          <p:cNvSpPr/>
          <p:nvPr/>
        </p:nvSpPr>
        <p:spPr>
          <a:xfrm>
            <a:off x="6233416" y="3475919"/>
            <a:ext cx="3220207" cy="507831"/>
          </a:xfrm>
          <a:prstGeom prst="homePlate">
            <a:avLst/>
          </a:prstGeom>
          <a:solidFill>
            <a:schemeClr val="bg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b="1" dirty="0">
                <a:solidFill>
                  <a:schemeClr val="bg2"/>
                </a:solidFill>
              </a:rPr>
              <a:t>Slow Feedback and Maintenance</a:t>
            </a:r>
            <a:r>
              <a:rPr lang="en-US" sz="1600" dirty="0">
                <a:solidFill>
                  <a:schemeClr val="bg2"/>
                </a:solidFill>
              </a:rPr>
              <a:t>​</a:t>
            </a:r>
          </a:p>
          <a:p>
            <a:r>
              <a:rPr lang="en-US" sz="1400" dirty="0"/>
              <a:t>Slow feedback loops and high maintenance overhead hinder efficient development and deployment processes.​</a:t>
            </a:r>
          </a:p>
          <a:p>
            <a:pPr algn="ctr"/>
            <a:endParaRPr lang="en-IN" sz="16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Pentagon 25" descr="Creative listing layouts&#10;4 Pointer layout&#10;Signboard Format">
            <a:extLst>
              <a:ext uri="{FF2B5EF4-FFF2-40B4-BE49-F238E27FC236}">
                <a16:creationId xmlns:a16="http://schemas.microsoft.com/office/drawing/2014/main" id="{CF20DAE7-7E32-F4CE-5131-ECA8388D7CEA}"/>
              </a:ext>
            </a:extLst>
          </p:cNvPr>
          <p:cNvSpPr/>
          <p:nvPr/>
        </p:nvSpPr>
        <p:spPr>
          <a:xfrm flipH="1">
            <a:off x="2937012" y="2565400"/>
            <a:ext cx="3040620" cy="431800"/>
          </a:xfrm>
          <a:prstGeom prst="homePlat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b="1" dirty="0">
                <a:solidFill>
                  <a:schemeClr val="bg2"/>
                </a:solidFill>
              </a:rPr>
              <a:t>Complex Configurations</a:t>
            </a:r>
            <a:endParaRPr lang="en-IN" sz="16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Pentagon 26" descr="Creative listing layouts&#10;4 Pointer layout&#10;Signboard Format">
            <a:extLst>
              <a:ext uri="{FF2B5EF4-FFF2-40B4-BE49-F238E27FC236}">
                <a16:creationId xmlns:a16="http://schemas.microsoft.com/office/drawing/2014/main" id="{B9FC358B-F820-7760-8909-DD7BC62606D4}"/>
              </a:ext>
            </a:extLst>
          </p:cNvPr>
          <p:cNvSpPr/>
          <p:nvPr/>
        </p:nvSpPr>
        <p:spPr>
          <a:xfrm>
            <a:off x="6233417" y="1803400"/>
            <a:ext cx="3040620" cy="431800"/>
          </a:xfrm>
          <a:prstGeom prst="homePlate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 descr="Creative listing layouts&#10;4 Pointer layout&#10;Signboard Format">
            <a:extLst>
              <a:ext uri="{FF2B5EF4-FFF2-40B4-BE49-F238E27FC236}">
                <a16:creationId xmlns:a16="http://schemas.microsoft.com/office/drawing/2014/main" id="{FD461BD6-3A85-9406-76B8-8A6DF9711EE9}"/>
              </a:ext>
            </a:extLst>
          </p:cNvPr>
          <p:cNvSpPr txBox="1"/>
          <p:nvPr/>
        </p:nvSpPr>
        <p:spPr>
          <a:xfrm>
            <a:off x="6339530" y="1775802"/>
            <a:ext cx="286938" cy="507831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algn="ctr">
              <a:lnSpc>
                <a:spcPct val="85000"/>
              </a:lnSpc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US" sz="3600" dirty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1</a:t>
            </a:r>
            <a:endParaRPr lang="en-IN" sz="3600" dirty="0">
              <a:solidFill>
                <a:schemeClr val="bg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1" name="TextBox 40" descr="Creative listing layouts&#10;4 Pointer layout&#10;Signboard Format">
            <a:extLst>
              <a:ext uri="{FF2B5EF4-FFF2-40B4-BE49-F238E27FC236}">
                <a16:creationId xmlns:a16="http://schemas.microsoft.com/office/drawing/2014/main" id="{EE49B703-AC13-FA26-7751-F9F2D9B7BB23}"/>
              </a:ext>
            </a:extLst>
          </p:cNvPr>
          <p:cNvSpPr txBox="1"/>
          <p:nvPr/>
        </p:nvSpPr>
        <p:spPr>
          <a:xfrm>
            <a:off x="5687073" y="2527385"/>
            <a:ext cx="286938" cy="507831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algn="ctr">
              <a:lnSpc>
                <a:spcPct val="85000"/>
              </a:lnSpc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US" sz="3600" dirty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2</a:t>
            </a:r>
            <a:endParaRPr lang="en-IN" sz="3600" dirty="0">
              <a:solidFill>
                <a:schemeClr val="bg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2" name="TextBox 41" descr="Creative listing layouts&#10;4 Pointer layout&#10;Signboard Format">
            <a:extLst>
              <a:ext uri="{FF2B5EF4-FFF2-40B4-BE49-F238E27FC236}">
                <a16:creationId xmlns:a16="http://schemas.microsoft.com/office/drawing/2014/main" id="{AB3E1DE0-A89C-BFF3-FB1E-37B9C9A432C3}"/>
              </a:ext>
            </a:extLst>
          </p:cNvPr>
          <p:cNvSpPr txBox="1"/>
          <p:nvPr/>
        </p:nvSpPr>
        <p:spPr>
          <a:xfrm>
            <a:off x="6339529" y="3460155"/>
            <a:ext cx="286938" cy="507831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algn="ctr">
              <a:lnSpc>
                <a:spcPct val="85000"/>
              </a:lnSpc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US" sz="3600" dirty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3</a:t>
            </a:r>
            <a:endParaRPr lang="en-IN" sz="3600" dirty="0">
              <a:solidFill>
                <a:schemeClr val="bg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3" name="TextBox 42" descr="Creative listing layouts&#10;4 Pointer layout&#10;Signboard Format">
            <a:extLst>
              <a:ext uri="{FF2B5EF4-FFF2-40B4-BE49-F238E27FC236}">
                <a16:creationId xmlns:a16="http://schemas.microsoft.com/office/drawing/2014/main" id="{C7B6A78B-4038-1A69-9CE5-0FDD6A9C660F}"/>
              </a:ext>
            </a:extLst>
          </p:cNvPr>
          <p:cNvSpPr txBox="1"/>
          <p:nvPr/>
        </p:nvSpPr>
        <p:spPr>
          <a:xfrm>
            <a:off x="5687074" y="4212352"/>
            <a:ext cx="286938" cy="507831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algn="ctr">
              <a:lnSpc>
                <a:spcPct val="85000"/>
              </a:lnSpc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US" sz="3600" dirty="0">
                <a:latin typeface="+mj-lt"/>
                <a:cs typeface="Arial" panose="020B0604020202020204" pitchFamily="34" charset="0"/>
              </a:rPr>
              <a:t>4</a:t>
            </a:r>
            <a:endParaRPr lang="en-IN" sz="36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44" name="Rechteck 65" descr="Creative listing layouts&#10;4 Pointer layout&#10;Signboard Format">
            <a:extLst>
              <a:ext uri="{FF2B5EF4-FFF2-40B4-BE49-F238E27FC236}">
                <a16:creationId xmlns:a16="http://schemas.microsoft.com/office/drawing/2014/main" id="{FE92B515-4D70-69E8-ABE5-4150D0B8CC9E}"/>
              </a:ext>
            </a:extLst>
          </p:cNvPr>
          <p:cNvSpPr/>
          <p:nvPr/>
        </p:nvSpPr>
        <p:spPr bwMode="gray">
          <a:xfrm>
            <a:off x="6310511" y="2245256"/>
            <a:ext cx="3467673" cy="101361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800"/>
              </a:spcAft>
              <a:defRPr/>
            </a:pPr>
            <a:r>
              <a:rPr lang="en-US" sz="1400" dirty="0">
                <a:solidFill>
                  <a:schemeClr val="bg1"/>
                </a:solidFill>
              </a:rPr>
              <a:t>Traditional CI/CD systems depend heavily on specific tools, reducing flexibility and adaptability.​</a:t>
            </a:r>
          </a:p>
          <a:p>
            <a:pPr>
              <a:lnSpc>
                <a:spcPct val="95000"/>
              </a:lnSpc>
              <a:spcAft>
                <a:spcPts val="800"/>
              </a:spcAft>
              <a:defRPr/>
            </a:pPr>
            <a:endParaRPr lang="en-US" sz="14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5" name="Rechteck 65" descr="Creative listing layouts&#10;4 Pointer layout&#10;Signboard Format">
            <a:extLst>
              <a:ext uri="{FF2B5EF4-FFF2-40B4-BE49-F238E27FC236}">
                <a16:creationId xmlns:a16="http://schemas.microsoft.com/office/drawing/2014/main" id="{A1A2F72B-1876-B404-D313-541BF1BA0BF4}"/>
              </a:ext>
            </a:extLst>
          </p:cNvPr>
          <p:cNvSpPr/>
          <p:nvPr/>
        </p:nvSpPr>
        <p:spPr bwMode="gray">
          <a:xfrm>
            <a:off x="6310511" y="4039202"/>
            <a:ext cx="3467673" cy="24583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800"/>
              </a:spcAft>
              <a:defRPr/>
            </a:pPr>
            <a:endParaRPr lang="en-US" sz="1050" dirty="0">
              <a:solidFill>
                <a:srgbClr val="80808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6" name="Rechteck 65" descr="Creative listing layouts&#10;4 Pointer layout&#10;Signboard Format">
            <a:extLst>
              <a:ext uri="{FF2B5EF4-FFF2-40B4-BE49-F238E27FC236}">
                <a16:creationId xmlns:a16="http://schemas.microsoft.com/office/drawing/2014/main" id="{FAE1E66D-56B3-7D4E-B4D5-B47BB23519AE}"/>
              </a:ext>
            </a:extLst>
          </p:cNvPr>
          <p:cNvSpPr/>
          <p:nvPr/>
        </p:nvSpPr>
        <p:spPr bwMode="gray">
          <a:xfrm>
            <a:off x="2535360" y="3035215"/>
            <a:ext cx="3467673" cy="121828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r">
              <a:lnSpc>
                <a:spcPct val="95000"/>
              </a:lnSpc>
              <a:spcAft>
                <a:spcPts val="800"/>
              </a:spcAft>
              <a:defRPr/>
            </a:pPr>
            <a:r>
              <a:rPr lang="en-US" sz="1400" dirty="0">
                <a:solidFill>
                  <a:schemeClr val="bg1"/>
                </a:solidFill>
              </a:rPr>
              <a:t>Configurations in traditional systems are complicated, creating barriers to customization and advanced feature integration.​</a:t>
            </a:r>
          </a:p>
          <a:p>
            <a:pPr algn="r">
              <a:lnSpc>
                <a:spcPct val="95000"/>
              </a:lnSpc>
              <a:spcAft>
                <a:spcPts val="800"/>
              </a:spcAft>
              <a:defRPr/>
            </a:pPr>
            <a:endParaRPr lang="en-US" sz="14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7" name="Rechteck 65" descr="Creative listing layouts&#10;4 Pointer layout&#10;Signboard Format">
            <a:extLst>
              <a:ext uri="{FF2B5EF4-FFF2-40B4-BE49-F238E27FC236}">
                <a16:creationId xmlns:a16="http://schemas.microsoft.com/office/drawing/2014/main" id="{13FDE4E4-8E3B-2D91-270C-D718864503AB}"/>
              </a:ext>
            </a:extLst>
          </p:cNvPr>
          <p:cNvSpPr/>
          <p:nvPr/>
        </p:nvSpPr>
        <p:spPr bwMode="gray">
          <a:xfrm>
            <a:off x="2535360" y="4668838"/>
            <a:ext cx="3467673" cy="73866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r" fontAlgn="base"/>
            <a:r>
              <a:rPr lang="en-US" sz="1400" dirty="0">
                <a:solidFill>
                  <a:schemeClr val="bg1"/>
                </a:solidFill>
              </a:rPr>
              <a:t>Absence of AI-driven decision-making leads to inefficiencies like unnecessary tests and unstable builds.​</a:t>
            </a:r>
          </a:p>
        </p:txBody>
      </p:sp>
      <p:sp>
        <p:nvSpPr>
          <p:cNvPr id="48" name="Rechteck 65" descr="Creative listing layouts&#10;4 Pointer layout&#10;Signboard Format">
            <a:extLst>
              <a:ext uri="{FF2B5EF4-FFF2-40B4-BE49-F238E27FC236}">
                <a16:creationId xmlns:a16="http://schemas.microsoft.com/office/drawing/2014/main" id="{2296E139-2D24-2B10-1F91-1192E2981FF1}"/>
              </a:ext>
            </a:extLst>
          </p:cNvPr>
          <p:cNvSpPr/>
          <p:nvPr/>
        </p:nvSpPr>
        <p:spPr bwMode="gray">
          <a:xfrm>
            <a:off x="6657362" y="1841560"/>
            <a:ext cx="2624992" cy="32624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800"/>
              </a:spcAft>
              <a:defRPr/>
            </a:pPr>
            <a:r>
              <a:rPr lang="en-US" sz="1600" b="1" dirty="0"/>
              <a:t>Tool Dependency Limits</a:t>
            </a:r>
            <a:endParaRPr lang="en-US" sz="1600" b="1" dirty="0">
              <a:solidFill>
                <a:schemeClr val="bg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076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F4B51-C798-27CD-1AE7-23FACD677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tx2"/>
                </a:solidFill>
                <a:latin typeface="EYInterstate Light"/>
                <a:cs typeface="Arial"/>
              </a:rPr>
              <a:t>Pipeline Architecture and Components</a:t>
            </a:r>
            <a:endParaRPr lang="en-IN" sz="3200" dirty="0">
              <a:solidFill>
                <a:schemeClr val="tx2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EB452F4-32AA-1400-3FF9-EF6720054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1" y="1149125"/>
            <a:ext cx="7467599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229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A1E7F-77F9-12E1-1E3C-123FD802C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 descr="Creative listing layouts&#10;4 Pointer layout">
            <a:extLst>
              <a:ext uri="{FF2B5EF4-FFF2-40B4-BE49-F238E27FC236}">
                <a16:creationId xmlns:a16="http://schemas.microsoft.com/office/drawing/2014/main" id="{C160E1E2-E39B-8B65-8293-8F7B7C6DAECB}"/>
              </a:ext>
            </a:extLst>
          </p:cNvPr>
          <p:cNvSpPr txBox="1">
            <a:spLocks/>
          </p:cNvSpPr>
          <p:nvPr/>
        </p:nvSpPr>
        <p:spPr>
          <a:xfrm>
            <a:off x="606109" y="274158"/>
            <a:ext cx="8225316" cy="41887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199" b="0" kern="120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r>
              <a:rPr lang="en-US" sz="2800" dirty="0">
                <a:solidFill>
                  <a:schemeClr val="tx2"/>
                </a:solidFill>
              </a:rPr>
              <a:t>Version Control Integration</a:t>
            </a:r>
            <a:r>
              <a:rPr lang="en-US" sz="2400" dirty="0">
                <a:solidFill>
                  <a:schemeClr val="tx2"/>
                </a:solidFill>
              </a:rPr>
              <a:t>​</a:t>
            </a:r>
            <a:endParaRPr lang="en-IN" sz="2400" dirty="0">
              <a:solidFill>
                <a:schemeClr val="tx2"/>
              </a:solidFill>
            </a:endParaRPr>
          </a:p>
          <a:p>
            <a:endParaRPr lang="en-IN" sz="2399" dirty="0"/>
          </a:p>
        </p:txBody>
      </p:sp>
      <p:grpSp>
        <p:nvGrpSpPr>
          <p:cNvPr id="9" name="Group 8" descr="Creative listing layouts&#10;4 Pointer layout">
            <a:extLst>
              <a:ext uri="{FF2B5EF4-FFF2-40B4-BE49-F238E27FC236}">
                <a16:creationId xmlns:a16="http://schemas.microsoft.com/office/drawing/2014/main" id="{77C01550-9AF2-12AA-6FEF-D4210E6A1C1C}"/>
              </a:ext>
            </a:extLst>
          </p:cNvPr>
          <p:cNvGrpSpPr/>
          <p:nvPr/>
        </p:nvGrpSpPr>
        <p:grpSpPr>
          <a:xfrm>
            <a:off x="5463796" y="600647"/>
            <a:ext cx="1848704" cy="2223881"/>
            <a:chOff x="3516717" y="1425575"/>
            <a:chExt cx="1849667" cy="222503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40F01C4-E455-E64F-84FA-E43CC4796BBB}"/>
                </a:ext>
              </a:extLst>
            </p:cNvPr>
            <p:cNvSpPr/>
            <p:nvPr/>
          </p:nvSpPr>
          <p:spPr>
            <a:xfrm flipH="1">
              <a:off x="3516717" y="1425575"/>
              <a:ext cx="1849667" cy="1849667"/>
            </a:xfrm>
            <a:prstGeom prst="ellipse">
              <a:avLst/>
            </a:prstGeom>
            <a:solidFill>
              <a:schemeClr val="bg1">
                <a:lumMod val="20000"/>
                <a:lumOff val="80000"/>
              </a:schemeClr>
            </a:solidFill>
            <a:ln w="952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0" tIns="0" rIns="0" bIns="0" rtlCol="0" anchor="ctr" anchorCtr="0"/>
            <a:lstStyle/>
            <a:p>
              <a:pPr algn="ctr">
                <a:defRPr/>
              </a:pPr>
              <a:endParaRPr lang="en-IN" sz="2799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hteck 24">
              <a:extLst>
                <a:ext uri="{FF2B5EF4-FFF2-40B4-BE49-F238E27FC236}">
                  <a16:creationId xmlns:a16="http://schemas.microsoft.com/office/drawing/2014/main" id="{F4E4E223-B03D-CF30-7F72-F9D4A02A40B1}"/>
                </a:ext>
              </a:extLst>
            </p:cNvPr>
            <p:cNvSpPr/>
            <p:nvPr/>
          </p:nvSpPr>
          <p:spPr bwMode="gray">
            <a:xfrm flipH="1">
              <a:off x="3712810" y="1699312"/>
              <a:ext cx="1507262" cy="22402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95000"/>
                </a:lnSpc>
                <a:spcAft>
                  <a:spcPts val="600"/>
                </a:spcAft>
                <a:defRPr/>
              </a:pPr>
              <a:endParaRPr lang="en-US" sz="900" kern="0" dirty="0">
                <a:solidFill>
                  <a:srgbClr val="000000"/>
                </a:solidFill>
                <a:latin typeface="EYInterstate Light" panose="02000506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8C18DBC-2A44-F629-6CD3-7FB8A9D0C6DB}"/>
                </a:ext>
              </a:extLst>
            </p:cNvPr>
            <p:cNvSpPr/>
            <p:nvPr/>
          </p:nvSpPr>
          <p:spPr>
            <a:xfrm flipH="1">
              <a:off x="4066178" y="2899870"/>
              <a:ext cx="750744" cy="750744"/>
            </a:xfrm>
            <a:prstGeom prst="ellipse">
              <a:avLst/>
            </a:prstGeom>
            <a:solidFill>
              <a:schemeClr val="tx2"/>
            </a:solidFill>
            <a:ln w="5715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0" tIns="0" rIns="0" bIns="0" rtlCol="0" anchor="ctr" anchorCtr="0"/>
            <a:lstStyle/>
            <a:p>
              <a:pPr algn="ctr">
                <a:defRPr/>
              </a:pPr>
              <a:r>
                <a:rPr lang="en-US" sz="3198" b="1" kern="0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en-IN" sz="3198" b="1" kern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 descr="Creative listing layouts&#10;4 Pointer layout">
            <a:extLst>
              <a:ext uri="{FF2B5EF4-FFF2-40B4-BE49-F238E27FC236}">
                <a16:creationId xmlns:a16="http://schemas.microsoft.com/office/drawing/2014/main" id="{1BE48EAD-AFB5-14FE-B265-09CCF84A91E7}"/>
              </a:ext>
            </a:extLst>
          </p:cNvPr>
          <p:cNvGrpSpPr/>
          <p:nvPr/>
        </p:nvGrpSpPr>
        <p:grpSpPr>
          <a:xfrm rot="10800000">
            <a:off x="7330767" y="2824528"/>
            <a:ext cx="2128507" cy="1848704"/>
            <a:chOff x="925514" y="1425575"/>
            <a:chExt cx="2129616" cy="184966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DA412E3-05B7-8F4A-D7DC-0594955EFEA5}"/>
                </a:ext>
              </a:extLst>
            </p:cNvPr>
            <p:cNvSpPr/>
            <p:nvPr/>
          </p:nvSpPr>
          <p:spPr>
            <a:xfrm flipH="1">
              <a:off x="925514" y="1425575"/>
              <a:ext cx="1849667" cy="1849667"/>
            </a:xfrm>
            <a:prstGeom prst="ellipse">
              <a:avLst/>
            </a:prstGeom>
            <a:solidFill>
              <a:schemeClr val="bg1">
                <a:lumMod val="20000"/>
                <a:lumOff val="80000"/>
              </a:schemeClr>
            </a:solidFill>
            <a:ln w="952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0" tIns="0" rIns="0" bIns="0" rtlCol="0" anchor="ctr" anchorCtr="0"/>
            <a:lstStyle/>
            <a:p>
              <a:pPr algn="ctr">
                <a:defRPr/>
              </a:pPr>
              <a:endParaRPr lang="en-IN" sz="2799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hteck 24">
              <a:extLst>
                <a:ext uri="{FF2B5EF4-FFF2-40B4-BE49-F238E27FC236}">
                  <a16:creationId xmlns:a16="http://schemas.microsoft.com/office/drawing/2014/main" id="{8338C3AB-D7A9-A138-A148-B88AF241C6F1}"/>
                </a:ext>
              </a:extLst>
            </p:cNvPr>
            <p:cNvSpPr/>
            <p:nvPr/>
          </p:nvSpPr>
          <p:spPr bwMode="gray">
            <a:xfrm rot="10800000" flipH="1">
              <a:off x="980932" y="2697251"/>
              <a:ext cx="1289580" cy="29703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95000"/>
                </a:lnSpc>
                <a:spcAft>
                  <a:spcPts val="600"/>
                </a:spcAft>
                <a:defRPr/>
              </a:pPr>
              <a:endParaRPr lang="en-US" sz="1399" b="1" kern="0" dirty="0">
                <a:solidFill>
                  <a:srgbClr val="000000"/>
                </a:solidFill>
                <a:latin typeface="EYInterstate Light" panose="02000506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B9AA232-2AA9-B8E8-4CC6-7A5266DC78FC}"/>
                </a:ext>
              </a:extLst>
            </p:cNvPr>
            <p:cNvSpPr/>
            <p:nvPr/>
          </p:nvSpPr>
          <p:spPr>
            <a:xfrm rot="10800000" flipH="1">
              <a:off x="2304386" y="1975037"/>
              <a:ext cx="750744" cy="750744"/>
            </a:xfrm>
            <a:prstGeom prst="ellipse">
              <a:avLst/>
            </a:prstGeom>
            <a:solidFill>
              <a:schemeClr val="tx2"/>
            </a:solidFill>
            <a:ln w="5715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0" tIns="0" rIns="0" bIns="0" rtlCol="0" anchor="ctr" anchorCtr="0"/>
            <a:lstStyle/>
            <a:p>
              <a:pPr algn="ctr">
                <a:defRPr/>
              </a:pPr>
              <a:r>
                <a:rPr lang="en-US" sz="3198" b="1" kern="0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en-IN" sz="3198" b="1" kern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7" descr="Creative listing layouts&#10;4 Pointer layout">
            <a:extLst>
              <a:ext uri="{FF2B5EF4-FFF2-40B4-BE49-F238E27FC236}">
                <a16:creationId xmlns:a16="http://schemas.microsoft.com/office/drawing/2014/main" id="{0E7D9DA6-C407-B00B-5C52-C12CF055E732}"/>
              </a:ext>
            </a:extLst>
          </p:cNvPr>
          <p:cNvGrpSpPr/>
          <p:nvPr/>
        </p:nvGrpSpPr>
        <p:grpSpPr>
          <a:xfrm rot="10800000">
            <a:off x="5482063" y="4307257"/>
            <a:ext cx="2098296" cy="2226293"/>
            <a:chOff x="675792" y="1425575"/>
            <a:chExt cx="2099389" cy="2227453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DCF1B57-9BDE-993D-6C6A-C137930C0D35}"/>
                </a:ext>
              </a:extLst>
            </p:cNvPr>
            <p:cNvSpPr/>
            <p:nvPr/>
          </p:nvSpPr>
          <p:spPr>
            <a:xfrm flipH="1">
              <a:off x="925514" y="1425575"/>
              <a:ext cx="1849667" cy="1849667"/>
            </a:xfrm>
            <a:prstGeom prst="ellipse">
              <a:avLst/>
            </a:prstGeom>
            <a:solidFill>
              <a:schemeClr val="bg1">
                <a:lumMod val="20000"/>
                <a:lumOff val="80000"/>
              </a:schemeClr>
            </a:solidFill>
            <a:ln w="952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0" tIns="0" rIns="0" bIns="0" rtlCol="0" anchor="ctr" anchorCtr="0"/>
            <a:lstStyle/>
            <a:p>
              <a:pPr algn="ctr">
                <a:defRPr/>
              </a:pPr>
              <a:endParaRPr lang="en-IN" sz="2799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hteck 24">
              <a:extLst>
                <a:ext uri="{FF2B5EF4-FFF2-40B4-BE49-F238E27FC236}">
                  <a16:creationId xmlns:a16="http://schemas.microsoft.com/office/drawing/2014/main" id="{F3C956C5-0B7D-97B6-37E7-CA56084C5310}"/>
                </a:ext>
              </a:extLst>
            </p:cNvPr>
            <p:cNvSpPr/>
            <p:nvPr/>
          </p:nvSpPr>
          <p:spPr bwMode="gray">
            <a:xfrm rot="10800000" flipH="1">
              <a:off x="675792" y="1731205"/>
              <a:ext cx="1900119" cy="97000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95000"/>
                </a:lnSpc>
                <a:spcAft>
                  <a:spcPts val="600"/>
                </a:spcAft>
                <a:defRPr/>
              </a:pPr>
              <a:r>
                <a:rPr lang="en-US" sz="2000" b="1" dirty="0">
                  <a:solidFill>
                    <a:schemeClr val="bg2"/>
                  </a:solidFill>
                </a:rPr>
                <a:t>Consistency and Error Reduction</a:t>
              </a:r>
              <a:endParaRPr lang="en-US" sz="2000" kern="0" dirty="0">
                <a:solidFill>
                  <a:schemeClr val="bg2"/>
                </a:solidFill>
                <a:latin typeface="EYInterstate Light" panose="02000506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962A650-08CA-EE5B-5E0C-907089336373}"/>
                </a:ext>
              </a:extLst>
            </p:cNvPr>
            <p:cNvSpPr/>
            <p:nvPr/>
          </p:nvSpPr>
          <p:spPr>
            <a:xfrm rot="10800000" flipH="1">
              <a:off x="1488003" y="2902284"/>
              <a:ext cx="750744" cy="750744"/>
            </a:xfrm>
            <a:prstGeom prst="ellipse">
              <a:avLst/>
            </a:prstGeom>
            <a:solidFill>
              <a:schemeClr val="tx2"/>
            </a:solidFill>
            <a:ln w="5715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0" tIns="0" rIns="0" bIns="0" rtlCol="0" anchor="ctr" anchorCtr="0"/>
            <a:lstStyle/>
            <a:p>
              <a:pPr algn="ctr">
                <a:defRPr/>
              </a:pPr>
              <a:r>
                <a:rPr lang="en-US" sz="3198" b="1" kern="0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en-IN" sz="3198" b="1" kern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Group 21" descr="Creative listing layouts&#10;4 Pointer layout">
            <a:extLst>
              <a:ext uri="{FF2B5EF4-FFF2-40B4-BE49-F238E27FC236}">
                <a16:creationId xmlns:a16="http://schemas.microsoft.com/office/drawing/2014/main" id="{6DED1DBE-6071-6E37-B04D-6F18AF58019A}"/>
              </a:ext>
            </a:extLst>
          </p:cNvPr>
          <p:cNvGrpSpPr/>
          <p:nvPr/>
        </p:nvGrpSpPr>
        <p:grpSpPr>
          <a:xfrm rot="20700000">
            <a:off x="3171255" y="2830334"/>
            <a:ext cx="2128507" cy="1848704"/>
            <a:chOff x="925514" y="1425575"/>
            <a:chExt cx="2129616" cy="1849667"/>
          </a:xfrm>
          <a:solidFill>
            <a:schemeClr val="bg1">
              <a:lumMod val="40000"/>
              <a:lumOff val="60000"/>
            </a:schemeClr>
          </a:solidFill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0953F46-ED8E-CD63-D003-1267E69E2AE0}"/>
                </a:ext>
              </a:extLst>
            </p:cNvPr>
            <p:cNvSpPr/>
            <p:nvPr/>
          </p:nvSpPr>
          <p:spPr>
            <a:xfrm flipH="1">
              <a:off x="925514" y="1425575"/>
              <a:ext cx="1849667" cy="1849667"/>
            </a:xfrm>
            <a:prstGeom prst="ellipse">
              <a:avLst/>
            </a:prstGeom>
            <a:solidFill>
              <a:schemeClr val="bg1">
                <a:lumMod val="20000"/>
                <a:lumOff val="80000"/>
              </a:schemeClr>
            </a:solidFill>
            <a:ln w="952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0" tIns="0" rIns="0" bIns="0" rtlCol="0" anchor="ctr" anchorCtr="0"/>
            <a:lstStyle/>
            <a:p>
              <a:pPr algn="ctr">
                <a:defRPr/>
              </a:pPr>
              <a:endParaRPr lang="en-IN" sz="2799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chteck 24">
              <a:extLst>
                <a:ext uri="{FF2B5EF4-FFF2-40B4-BE49-F238E27FC236}">
                  <a16:creationId xmlns:a16="http://schemas.microsoft.com/office/drawing/2014/main" id="{379AEA53-5C80-E86C-CE98-807563E3FA23}"/>
                </a:ext>
              </a:extLst>
            </p:cNvPr>
            <p:cNvSpPr/>
            <p:nvPr/>
          </p:nvSpPr>
          <p:spPr bwMode="gray">
            <a:xfrm rot="900000" flipH="1">
              <a:off x="1290190" y="1714740"/>
              <a:ext cx="1289580" cy="22402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95000"/>
                </a:lnSpc>
                <a:spcAft>
                  <a:spcPts val="600"/>
                </a:spcAft>
                <a:defRPr/>
              </a:pPr>
              <a:endParaRPr lang="en-US" sz="900" kern="0" dirty="0">
                <a:solidFill>
                  <a:schemeClr val="bg2"/>
                </a:solidFill>
                <a:latin typeface="EYInterstate Light" panose="02000506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81B4FD-11DA-A1A8-F8DF-FD187DC6B8E7}"/>
                </a:ext>
              </a:extLst>
            </p:cNvPr>
            <p:cNvSpPr/>
            <p:nvPr/>
          </p:nvSpPr>
          <p:spPr>
            <a:xfrm rot="900000" flipH="1">
              <a:off x="2304386" y="2209194"/>
              <a:ext cx="750744" cy="750744"/>
            </a:xfrm>
            <a:prstGeom prst="ellipse">
              <a:avLst/>
            </a:prstGeom>
            <a:solidFill>
              <a:schemeClr val="tx2"/>
            </a:solidFill>
            <a:ln w="5715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0" tIns="0" rIns="0" bIns="0" rtlCol="0" anchor="ctr" anchorCtr="0"/>
            <a:lstStyle/>
            <a:p>
              <a:pPr algn="ctr">
                <a:defRPr/>
              </a:pPr>
              <a:r>
                <a:rPr lang="en-US" sz="3198" b="1" kern="0" dirty="0"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en-IN" sz="3198" b="1" kern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A9B79EE-2FE0-FD42-DCD7-88E5E959D1B6}"/>
              </a:ext>
            </a:extLst>
          </p:cNvPr>
          <p:cNvSpPr txBox="1"/>
          <p:nvPr/>
        </p:nvSpPr>
        <p:spPr>
          <a:xfrm>
            <a:off x="5605146" y="1160094"/>
            <a:ext cx="16702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000" b="1" dirty="0" err="1">
                <a:solidFill>
                  <a:schemeClr val="bg2"/>
                </a:solidFill>
              </a:rPr>
              <a:t>GitPython</a:t>
            </a:r>
            <a:endParaRPr lang="en-US" sz="2000" b="1" dirty="0">
              <a:solidFill>
                <a:schemeClr val="bg2"/>
              </a:solidFill>
            </a:endParaRPr>
          </a:p>
          <a:p>
            <a:pPr fontAlgn="base"/>
            <a:r>
              <a:rPr lang="en-US" sz="2000" b="1" dirty="0">
                <a:solidFill>
                  <a:schemeClr val="bg2"/>
                </a:solidFill>
              </a:rPr>
              <a:t>Automation</a:t>
            </a:r>
            <a:r>
              <a:rPr lang="en-US" sz="2000" dirty="0">
                <a:solidFill>
                  <a:schemeClr val="bg2"/>
                </a:solidFill>
              </a:rPr>
              <a:t>​</a:t>
            </a:r>
          </a:p>
          <a:p>
            <a:pPr fontAlgn="base"/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907BF8-6B16-AF71-961A-BB0CCBF75EC0}"/>
              </a:ext>
            </a:extLst>
          </p:cNvPr>
          <p:cNvSpPr txBox="1"/>
          <p:nvPr/>
        </p:nvSpPr>
        <p:spPr>
          <a:xfrm>
            <a:off x="8114976" y="3294568"/>
            <a:ext cx="22929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2"/>
                </a:solidFill>
              </a:rPr>
              <a:t>Real-Time Pipeline Response</a:t>
            </a:r>
            <a:r>
              <a:rPr lang="en-US" sz="2000" dirty="0">
                <a:solidFill>
                  <a:schemeClr val="bg2"/>
                </a:solidFill>
              </a:rPr>
              <a:t>​ </a:t>
            </a:r>
            <a:endParaRPr lang="en-IN" sz="2000" dirty="0">
              <a:solidFill>
                <a:schemeClr val="bg2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309212-5B77-B99D-44AD-F1466493D5DB}"/>
              </a:ext>
            </a:extLst>
          </p:cNvPr>
          <p:cNvSpPr txBox="1"/>
          <p:nvPr/>
        </p:nvSpPr>
        <p:spPr>
          <a:xfrm>
            <a:off x="3327514" y="3294568"/>
            <a:ext cx="18487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2"/>
                </a:solidFill>
              </a:rPr>
              <a:t>Advanced Workflow Support</a:t>
            </a:r>
            <a:endParaRPr lang="en-IN" sz="2000" dirty="0">
              <a:solidFill>
                <a:schemeClr val="bg2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F66FC74-29D3-8D72-28B8-1509886E8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353" y="3010141"/>
            <a:ext cx="1301523" cy="118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459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3" descr="Creative listing layouts&#10;3 Pointer layout">
            <a:extLst>
              <a:ext uri="{FF2B5EF4-FFF2-40B4-BE49-F238E27FC236}">
                <a16:creationId xmlns:a16="http://schemas.microsoft.com/office/drawing/2014/main" id="{35D11835-4B96-1990-3253-1DA296559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92" y="141332"/>
            <a:ext cx="8229600" cy="41908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Automation and AI Integration</a:t>
            </a:r>
            <a:endParaRPr lang="en-IN" sz="2800" dirty="0"/>
          </a:p>
        </p:txBody>
      </p:sp>
      <p:sp>
        <p:nvSpPr>
          <p:cNvPr id="37" name="Rechteck 15" descr="Creative listing layouts&#10;3 Pointer layout">
            <a:extLst>
              <a:ext uri="{FF2B5EF4-FFF2-40B4-BE49-F238E27FC236}">
                <a16:creationId xmlns:a16="http://schemas.microsoft.com/office/drawing/2014/main" id="{C56364A7-59D8-49F5-D5C2-7A93CC124D79}"/>
              </a:ext>
            </a:extLst>
          </p:cNvPr>
          <p:cNvSpPr/>
          <p:nvPr/>
        </p:nvSpPr>
        <p:spPr bwMode="gray">
          <a:xfrm rot="5400000">
            <a:off x="5909363" y="-966872"/>
            <a:ext cx="1313361" cy="4814101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lIns="72000" tIns="144000" bIns="1332000" rtlCol="0" anchor="ctr" anchorCtr="0"/>
          <a:lstStyle/>
          <a:p>
            <a:pPr>
              <a:lnSpc>
                <a:spcPct val="95000"/>
              </a:lnSpc>
              <a:spcAft>
                <a:spcPts val="800"/>
              </a:spcAft>
              <a:defRPr/>
            </a:pPr>
            <a:r>
              <a:rPr lang="en-IN" sz="1600" b="1" dirty="0">
                <a:solidFill>
                  <a:srgbClr val="000000"/>
                </a:solidFill>
                <a:cs typeface="Arial" panose="020B0604020202020204" pitchFamily="34" charset="0"/>
              </a:rPr>
              <a:t>In this slide, we look at how Python handles automation and how AI adds intelligence to it. Python scripts can automate everything from testing to deployment.</a:t>
            </a:r>
          </a:p>
        </p:txBody>
      </p:sp>
      <p:sp>
        <p:nvSpPr>
          <p:cNvPr id="38" name="Parallelogramm 16" descr="Creative listing layouts&#10;3 Pointer layout">
            <a:extLst>
              <a:ext uri="{FF2B5EF4-FFF2-40B4-BE49-F238E27FC236}">
                <a16:creationId xmlns:a16="http://schemas.microsoft.com/office/drawing/2014/main" id="{161FB3BD-49C5-FB42-7846-A74C7125D323}"/>
              </a:ext>
            </a:extLst>
          </p:cNvPr>
          <p:cNvSpPr/>
          <p:nvPr/>
        </p:nvSpPr>
        <p:spPr bwMode="gray">
          <a:xfrm rot="5400000" flipV="1">
            <a:off x="3199198" y="1415735"/>
            <a:ext cx="1592036" cy="327562"/>
          </a:xfrm>
          <a:prstGeom prst="parallelogram">
            <a:avLst>
              <a:gd name="adj" fmla="val 85613"/>
            </a:avLst>
          </a:prstGeom>
          <a:solidFill>
            <a:schemeClr val="bg1">
              <a:lumMod val="60000"/>
              <a:lumOff val="40000"/>
            </a:schemeClr>
          </a:solidFill>
          <a:ln w="12700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highlight>
                <a:srgbClr val="80808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rapezoid 38" descr="Creative listing layouts&#10;3 Pointer layout">
            <a:extLst>
              <a:ext uri="{FF2B5EF4-FFF2-40B4-BE49-F238E27FC236}">
                <a16:creationId xmlns:a16="http://schemas.microsoft.com/office/drawing/2014/main" id="{5EE3707A-CD69-03D4-457B-E344717BA9B0}"/>
              </a:ext>
            </a:extLst>
          </p:cNvPr>
          <p:cNvSpPr/>
          <p:nvPr/>
        </p:nvSpPr>
        <p:spPr bwMode="gray">
          <a:xfrm rot="9960000" flipV="1">
            <a:off x="3653405" y="926150"/>
            <a:ext cx="1600375" cy="1267485"/>
          </a:xfrm>
          <a:prstGeom prst="trapezoid">
            <a:avLst/>
          </a:prstGeom>
          <a:solidFill>
            <a:schemeClr val="bg1"/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feld 18" descr="Creative listing layouts&#10;3 Pointer layout">
            <a:extLst>
              <a:ext uri="{FF2B5EF4-FFF2-40B4-BE49-F238E27FC236}">
                <a16:creationId xmlns:a16="http://schemas.microsoft.com/office/drawing/2014/main" id="{CBE18B7A-0ED2-5930-345C-0C78BBDA3E85}"/>
              </a:ext>
            </a:extLst>
          </p:cNvPr>
          <p:cNvSpPr txBox="1"/>
          <p:nvPr/>
        </p:nvSpPr>
        <p:spPr bwMode="gray">
          <a:xfrm rot="20748795">
            <a:off x="3744506" y="893601"/>
            <a:ext cx="145745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schemeClr val="bg2"/>
                </a:solidFill>
                <a:highlight>
                  <a:srgbClr val="808080"/>
                </a:highlight>
                <a:latin typeface="+mj-lt"/>
                <a:cs typeface="Arial" panose="020B0604020202020204" pitchFamily="34" charset="0"/>
              </a:rPr>
              <a:t>01</a:t>
            </a:r>
            <a:endParaRPr lang="en-US" sz="7200" b="1" dirty="0">
              <a:solidFill>
                <a:schemeClr val="bg2"/>
              </a:solidFill>
              <a:highlight>
                <a:srgbClr val="808080"/>
              </a:highlight>
              <a:latin typeface="+mj-lt"/>
              <a:cs typeface="Arial" panose="020B0604020202020204" pitchFamily="34" charset="0"/>
            </a:endParaRPr>
          </a:p>
        </p:txBody>
      </p:sp>
      <p:sp>
        <p:nvSpPr>
          <p:cNvPr id="41" name="Freihandform 49" descr="Creative listing layouts&#10;3 Pointer layout">
            <a:extLst>
              <a:ext uri="{FF2B5EF4-FFF2-40B4-BE49-F238E27FC236}">
                <a16:creationId xmlns:a16="http://schemas.microsoft.com/office/drawing/2014/main" id="{C689DB4E-0759-B827-CAA2-4D98AABF83A6}"/>
              </a:ext>
            </a:extLst>
          </p:cNvPr>
          <p:cNvSpPr/>
          <p:nvPr/>
        </p:nvSpPr>
        <p:spPr bwMode="gray">
          <a:xfrm>
            <a:off x="4698386" y="825568"/>
            <a:ext cx="688182" cy="1159669"/>
          </a:xfrm>
          <a:custGeom>
            <a:avLst/>
            <a:gdLst>
              <a:gd name="connsiteX0" fmla="*/ 71438 w 688182"/>
              <a:gd name="connsiteY0" fmla="*/ 0 h 1159669"/>
              <a:gd name="connsiteX1" fmla="*/ 688182 w 688182"/>
              <a:gd name="connsiteY1" fmla="*/ 1159669 h 1159669"/>
              <a:gd name="connsiteX2" fmla="*/ 245269 w 688182"/>
              <a:gd name="connsiteY2" fmla="*/ 700087 h 1159669"/>
              <a:gd name="connsiteX3" fmla="*/ 0 w 688182"/>
              <a:gd name="connsiteY3" fmla="*/ 176212 h 1159669"/>
              <a:gd name="connsiteX4" fmla="*/ 71438 w 688182"/>
              <a:gd name="connsiteY4" fmla="*/ 0 h 115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182" h="1159669">
                <a:moveTo>
                  <a:pt x="71438" y="0"/>
                </a:moveTo>
                <a:lnTo>
                  <a:pt x="688182" y="1159669"/>
                </a:lnTo>
                <a:lnTo>
                  <a:pt x="245269" y="700087"/>
                </a:lnTo>
                <a:lnTo>
                  <a:pt x="0" y="176212"/>
                </a:lnTo>
                <a:lnTo>
                  <a:pt x="71438" y="0"/>
                </a:lnTo>
                <a:close/>
              </a:path>
            </a:pathLst>
          </a:custGeom>
          <a:solidFill>
            <a:schemeClr val="bg1">
              <a:lumMod val="60000"/>
              <a:lumOff val="40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Gleichschenkliges Dreieck 50" descr="Creative listing layouts&#10;3 Pointer layout">
            <a:extLst>
              <a:ext uri="{FF2B5EF4-FFF2-40B4-BE49-F238E27FC236}">
                <a16:creationId xmlns:a16="http://schemas.microsoft.com/office/drawing/2014/main" id="{C80001FE-B066-060B-9CF2-650E869ED012}"/>
              </a:ext>
            </a:extLst>
          </p:cNvPr>
          <p:cNvSpPr/>
          <p:nvPr/>
        </p:nvSpPr>
        <p:spPr bwMode="gray">
          <a:xfrm rot="3877923">
            <a:off x="4778991" y="871840"/>
            <a:ext cx="582239" cy="550069"/>
          </a:xfrm>
          <a:prstGeom prst="triangle">
            <a:avLst/>
          </a:prstGeom>
          <a:solidFill>
            <a:schemeClr val="bg1">
              <a:lumMod val="40000"/>
              <a:lumOff val="60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hteck 15" descr="Creative listing layouts&#10;3 Pointer layout">
            <a:extLst>
              <a:ext uri="{FF2B5EF4-FFF2-40B4-BE49-F238E27FC236}">
                <a16:creationId xmlns:a16="http://schemas.microsoft.com/office/drawing/2014/main" id="{4F17FC35-57D3-F58E-2D86-F4EB2AACC43B}"/>
              </a:ext>
            </a:extLst>
          </p:cNvPr>
          <p:cNvSpPr/>
          <p:nvPr/>
        </p:nvSpPr>
        <p:spPr bwMode="gray">
          <a:xfrm rot="5400000">
            <a:off x="7197143" y="569228"/>
            <a:ext cx="1313361" cy="4814101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lIns="72000" tIns="144000" bIns="1332000" rtlCol="0" anchor="ctr" anchorCtr="0"/>
          <a:lstStyle/>
          <a:p>
            <a:pPr>
              <a:lnSpc>
                <a:spcPct val="95000"/>
              </a:lnSpc>
              <a:spcAft>
                <a:spcPts val="800"/>
              </a:spcAft>
              <a:defRPr/>
            </a:pPr>
            <a:r>
              <a:rPr lang="en-IN" sz="1600" b="1" dirty="0">
                <a:solidFill>
                  <a:srgbClr val="000000"/>
                </a:solidFill>
                <a:cs typeface="Arial" panose="020B0604020202020204" pitchFamily="34" charset="0"/>
              </a:rPr>
              <a:t>AI models can </a:t>
            </a:r>
            <a:r>
              <a:rPr lang="en-IN" sz="1600" b="1" dirty="0" err="1">
                <a:solidFill>
                  <a:srgbClr val="000000"/>
                </a:solidFill>
                <a:cs typeface="Arial" panose="020B0604020202020204" pitchFamily="34" charset="0"/>
              </a:rPr>
              <a:t>analyze</a:t>
            </a:r>
            <a:r>
              <a:rPr lang="en-IN" sz="1600" b="1" dirty="0">
                <a:solidFill>
                  <a:srgbClr val="000000"/>
                </a:solidFill>
                <a:cs typeface="Arial" panose="020B0604020202020204" pitchFamily="34" charset="0"/>
              </a:rPr>
              <a:t> past data to predict failures, choose the most relevant tests, and even decide whether to deploy or rollback.</a:t>
            </a:r>
          </a:p>
        </p:txBody>
      </p:sp>
      <p:sp>
        <p:nvSpPr>
          <p:cNvPr id="44" name="Parallelogramm 16" descr="Creative listing layouts&#10;3 Pointer layout">
            <a:extLst>
              <a:ext uri="{FF2B5EF4-FFF2-40B4-BE49-F238E27FC236}">
                <a16:creationId xmlns:a16="http://schemas.microsoft.com/office/drawing/2014/main" id="{25437D08-68E6-BAD7-5687-FDD726D59926}"/>
              </a:ext>
            </a:extLst>
          </p:cNvPr>
          <p:cNvSpPr/>
          <p:nvPr/>
        </p:nvSpPr>
        <p:spPr bwMode="gray">
          <a:xfrm rot="5400000" flipV="1">
            <a:off x="4486978" y="2951834"/>
            <a:ext cx="1592036" cy="327562"/>
          </a:xfrm>
          <a:prstGeom prst="parallelogram">
            <a:avLst>
              <a:gd name="adj" fmla="val 85613"/>
            </a:avLst>
          </a:prstGeom>
          <a:solidFill>
            <a:schemeClr val="bg1">
              <a:lumMod val="60000"/>
              <a:lumOff val="40000"/>
            </a:schemeClr>
          </a:solidFill>
          <a:ln w="12700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rapezoid 44" descr="Creative listing layouts&#10;3 Pointer layout">
            <a:extLst>
              <a:ext uri="{FF2B5EF4-FFF2-40B4-BE49-F238E27FC236}">
                <a16:creationId xmlns:a16="http://schemas.microsoft.com/office/drawing/2014/main" id="{BE9316DF-7DA6-3342-8720-88079C970774}"/>
              </a:ext>
            </a:extLst>
          </p:cNvPr>
          <p:cNvSpPr/>
          <p:nvPr/>
        </p:nvSpPr>
        <p:spPr bwMode="gray">
          <a:xfrm rot="9960000" flipV="1">
            <a:off x="4941185" y="2462249"/>
            <a:ext cx="1600375" cy="1267485"/>
          </a:xfrm>
          <a:prstGeom prst="trapezoid">
            <a:avLst/>
          </a:prstGeom>
          <a:solidFill>
            <a:schemeClr val="bg1"/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feld 18" descr="Creative listing layouts&#10;3 Pointer layout">
            <a:extLst>
              <a:ext uri="{FF2B5EF4-FFF2-40B4-BE49-F238E27FC236}">
                <a16:creationId xmlns:a16="http://schemas.microsoft.com/office/drawing/2014/main" id="{C112698C-936B-9C40-53E2-0597BAD355C6}"/>
              </a:ext>
            </a:extLst>
          </p:cNvPr>
          <p:cNvSpPr txBox="1"/>
          <p:nvPr/>
        </p:nvSpPr>
        <p:spPr bwMode="gray">
          <a:xfrm rot="20748795">
            <a:off x="5032286" y="2429700"/>
            <a:ext cx="145745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schemeClr val="bg2"/>
                </a:solidFill>
                <a:highlight>
                  <a:srgbClr val="808080"/>
                </a:highlight>
                <a:latin typeface="+mj-lt"/>
                <a:cs typeface="Arial" panose="020B0604020202020204" pitchFamily="34" charset="0"/>
              </a:rPr>
              <a:t>02</a:t>
            </a:r>
            <a:endParaRPr lang="en-US" sz="7200" b="1" dirty="0">
              <a:solidFill>
                <a:schemeClr val="bg2"/>
              </a:solidFill>
              <a:highlight>
                <a:srgbClr val="808080"/>
              </a:highlight>
              <a:latin typeface="+mj-lt"/>
              <a:cs typeface="Arial" panose="020B0604020202020204" pitchFamily="34" charset="0"/>
            </a:endParaRPr>
          </a:p>
        </p:txBody>
      </p:sp>
      <p:sp>
        <p:nvSpPr>
          <p:cNvPr id="47" name="Freihandform 49" descr="Creative listing layouts&#10;3 Pointer layout">
            <a:extLst>
              <a:ext uri="{FF2B5EF4-FFF2-40B4-BE49-F238E27FC236}">
                <a16:creationId xmlns:a16="http://schemas.microsoft.com/office/drawing/2014/main" id="{CF46ECFB-A552-4FB0-698A-FB2685889D1A}"/>
              </a:ext>
            </a:extLst>
          </p:cNvPr>
          <p:cNvSpPr/>
          <p:nvPr/>
        </p:nvSpPr>
        <p:spPr bwMode="gray">
          <a:xfrm>
            <a:off x="5986166" y="2361667"/>
            <a:ext cx="688182" cy="1159669"/>
          </a:xfrm>
          <a:custGeom>
            <a:avLst/>
            <a:gdLst>
              <a:gd name="connsiteX0" fmla="*/ 71438 w 688182"/>
              <a:gd name="connsiteY0" fmla="*/ 0 h 1159669"/>
              <a:gd name="connsiteX1" fmla="*/ 688182 w 688182"/>
              <a:gd name="connsiteY1" fmla="*/ 1159669 h 1159669"/>
              <a:gd name="connsiteX2" fmla="*/ 245269 w 688182"/>
              <a:gd name="connsiteY2" fmla="*/ 700087 h 1159669"/>
              <a:gd name="connsiteX3" fmla="*/ 0 w 688182"/>
              <a:gd name="connsiteY3" fmla="*/ 176212 h 1159669"/>
              <a:gd name="connsiteX4" fmla="*/ 71438 w 688182"/>
              <a:gd name="connsiteY4" fmla="*/ 0 h 115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182" h="1159669">
                <a:moveTo>
                  <a:pt x="71438" y="0"/>
                </a:moveTo>
                <a:lnTo>
                  <a:pt x="688182" y="1159669"/>
                </a:lnTo>
                <a:lnTo>
                  <a:pt x="245269" y="700087"/>
                </a:lnTo>
                <a:lnTo>
                  <a:pt x="0" y="176212"/>
                </a:lnTo>
                <a:lnTo>
                  <a:pt x="71438" y="0"/>
                </a:lnTo>
                <a:close/>
              </a:path>
            </a:pathLst>
          </a:custGeom>
          <a:solidFill>
            <a:schemeClr val="bg1">
              <a:lumMod val="60000"/>
              <a:lumOff val="40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Gleichschenkliges Dreieck 50" descr="Creative listing layouts&#10;3 Pointer layout">
            <a:extLst>
              <a:ext uri="{FF2B5EF4-FFF2-40B4-BE49-F238E27FC236}">
                <a16:creationId xmlns:a16="http://schemas.microsoft.com/office/drawing/2014/main" id="{95448884-4CFE-E5F2-F066-E488DD0379FA}"/>
              </a:ext>
            </a:extLst>
          </p:cNvPr>
          <p:cNvSpPr/>
          <p:nvPr/>
        </p:nvSpPr>
        <p:spPr bwMode="gray">
          <a:xfrm rot="3877923">
            <a:off x="6066771" y="2407939"/>
            <a:ext cx="582239" cy="550069"/>
          </a:xfrm>
          <a:prstGeom prst="triangle">
            <a:avLst/>
          </a:prstGeom>
          <a:solidFill>
            <a:schemeClr val="bg1">
              <a:lumMod val="40000"/>
              <a:lumOff val="60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hteck 15" descr="Creative listing layouts&#10;3 Pointer layout">
            <a:extLst>
              <a:ext uri="{FF2B5EF4-FFF2-40B4-BE49-F238E27FC236}">
                <a16:creationId xmlns:a16="http://schemas.microsoft.com/office/drawing/2014/main" id="{603DAB08-5A91-06C9-1140-7823AB0A5259}"/>
              </a:ext>
            </a:extLst>
          </p:cNvPr>
          <p:cNvSpPr/>
          <p:nvPr/>
        </p:nvSpPr>
        <p:spPr bwMode="gray">
          <a:xfrm rot="5400000">
            <a:off x="8964985" y="2097707"/>
            <a:ext cx="1313361" cy="4814101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lIns="72000" tIns="144000" bIns="1332000" rtlCol="0" anchor="ctr" anchorCtr="0"/>
          <a:lstStyle/>
          <a:p>
            <a:pPr>
              <a:lnSpc>
                <a:spcPct val="95000"/>
              </a:lnSpc>
              <a:spcAft>
                <a:spcPts val="800"/>
              </a:spcAft>
              <a:defRPr/>
            </a:pPr>
            <a:r>
              <a:rPr lang="en-IN" sz="1600" b="1" dirty="0">
                <a:solidFill>
                  <a:srgbClr val="000000"/>
                </a:solidFill>
                <a:cs typeface="Arial" panose="020B0604020202020204" pitchFamily="34" charset="0"/>
              </a:rPr>
              <a:t>Together, automation and AI make CI/CD pipelines faster, more reliable, and less dependent on manual intervention.</a:t>
            </a:r>
          </a:p>
        </p:txBody>
      </p:sp>
      <p:sp>
        <p:nvSpPr>
          <p:cNvPr id="50" name="Parallelogramm 16" descr="Creative listing layouts&#10;3 Pointer layout">
            <a:extLst>
              <a:ext uri="{FF2B5EF4-FFF2-40B4-BE49-F238E27FC236}">
                <a16:creationId xmlns:a16="http://schemas.microsoft.com/office/drawing/2014/main" id="{A47C502F-FB05-BFA1-4416-AEE44FDE9FE7}"/>
              </a:ext>
            </a:extLst>
          </p:cNvPr>
          <p:cNvSpPr/>
          <p:nvPr/>
        </p:nvSpPr>
        <p:spPr bwMode="gray">
          <a:xfrm rot="5400000" flipV="1">
            <a:off x="6254820" y="4480313"/>
            <a:ext cx="1592036" cy="327562"/>
          </a:xfrm>
          <a:prstGeom prst="parallelogram">
            <a:avLst>
              <a:gd name="adj" fmla="val 85613"/>
            </a:avLst>
          </a:prstGeom>
          <a:solidFill>
            <a:schemeClr val="bg1">
              <a:lumMod val="60000"/>
              <a:lumOff val="40000"/>
            </a:schemeClr>
          </a:solidFill>
          <a:ln w="12700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rapezoid 50" descr="Creative listing layouts&#10;3 Pointer layout">
            <a:extLst>
              <a:ext uri="{FF2B5EF4-FFF2-40B4-BE49-F238E27FC236}">
                <a16:creationId xmlns:a16="http://schemas.microsoft.com/office/drawing/2014/main" id="{2F371A2E-CB04-F922-E3B6-20FE674A7BEA}"/>
              </a:ext>
            </a:extLst>
          </p:cNvPr>
          <p:cNvSpPr/>
          <p:nvPr/>
        </p:nvSpPr>
        <p:spPr bwMode="gray">
          <a:xfrm rot="9960000" flipV="1">
            <a:off x="6709027" y="3990728"/>
            <a:ext cx="1600375" cy="1267485"/>
          </a:xfrm>
          <a:prstGeom prst="trapezoid">
            <a:avLst/>
          </a:prstGeom>
          <a:solidFill>
            <a:schemeClr val="bg1"/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feld 18" descr="Creative listing layouts&#10;3 Pointer layout">
            <a:extLst>
              <a:ext uri="{FF2B5EF4-FFF2-40B4-BE49-F238E27FC236}">
                <a16:creationId xmlns:a16="http://schemas.microsoft.com/office/drawing/2014/main" id="{63ECB3BA-1930-2AC0-1D96-E0BB1B181D6B}"/>
              </a:ext>
            </a:extLst>
          </p:cNvPr>
          <p:cNvSpPr txBox="1"/>
          <p:nvPr/>
        </p:nvSpPr>
        <p:spPr bwMode="gray">
          <a:xfrm rot="20748795">
            <a:off x="6800128" y="3958179"/>
            <a:ext cx="145745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schemeClr val="bg2"/>
                </a:solidFill>
                <a:highlight>
                  <a:srgbClr val="808080"/>
                </a:highlight>
                <a:latin typeface="+mj-lt"/>
                <a:cs typeface="Arial" panose="020B0604020202020204" pitchFamily="34" charset="0"/>
              </a:rPr>
              <a:t>03</a:t>
            </a:r>
            <a:endParaRPr lang="en-US" sz="7200" b="1" dirty="0">
              <a:solidFill>
                <a:schemeClr val="bg2"/>
              </a:solidFill>
              <a:highlight>
                <a:srgbClr val="808080"/>
              </a:highlight>
              <a:latin typeface="+mj-lt"/>
              <a:cs typeface="Arial" panose="020B0604020202020204" pitchFamily="34" charset="0"/>
            </a:endParaRPr>
          </a:p>
        </p:txBody>
      </p:sp>
      <p:sp>
        <p:nvSpPr>
          <p:cNvPr id="53" name="Freihandform 49" descr="Creative listing layouts&#10;3 Pointer layout">
            <a:extLst>
              <a:ext uri="{FF2B5EF4-FFF2-40B4-BE49-F238E27FC236}">
                <a16:creationId xmlns:a16="http://schemas.microsoft.com/office/drawing/2014/main" id="{755DD0C6-CBB4-D94A-D342-73F1799CD217}"/>
              </a:ext>
            </a:extLst>
          </p:cNvPr>
          <p:cNvSpPr/>
          <p:nvPr/>
        </p:nvSpPr>
        <p:spPr bwMode="gray">
          <a:xfrm>
            <a:off x="7754008" y="3890146"/>
            <a:ext cx="688182" cy="1159669"/>
          </a:xfrm>
          <a:custGeom>
            <a:avLst/>
            <a:gdLst>
              <a:gd name="connsiteX0" fmla="*/ 71438 w 688182"/>
              <a:gd name="connsiteY0" fmla="*/ 0 h 1159669"/>
              <a:gd name="connsiteX1" fmla="*/ 688182 w 688182"/>
              <a:gd name="connsiteY1" fmla="*/ 1159669 h 1159669"/>
              <a:gd name="connsiteX2" fmla="*/ 245269 w 688182"/>
              <a:gd name="connsiteY2" fmla="*/ 700087 h 1159669"/>
              <a:gd name="connsiteX3" fmla="*/ 0 w 688182"/>
              <a:gd name="connsiteY3" fmla="*/ 176212 h 1159669"/>
              <a:gd name="connsiteX4" fmla="*/ 71438 w 688182"/>
              <a:gd name="connsiteY4" fmla="*/ 0 h 115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182" h="1159669">
                <a:moveTo>
                  <a:pt x="71438" y="0"/>
                </a:moveTo>
                <a:lnTo>
                  <a:pt x="688182" y="1159669"/>
                </a:lnTo>
                <a:lnTo>
                  <a:pt x="245269" y="700087"/>
                </a:lnTo>
                <a:lnTo>
                  <a:pt x="0" y="176212"/>
                </a:lnTo>
                <a:lnTo>
                  <a:pt x="71438" y="0"/>
                </a:lnTo>
                <a:close/>
              </a:path>
            </a:pathLst>
          </a:custGeom>
          <a:solidFill>
            <a:schemeClr val="bg1">
              <a:lumMod val="60000"/>
              <a:lumOff val="40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Gleichschenkliges Dreieck 50" descr="Creative listing layouts&#10;3 Pointer layout">
            <a:extLst>
              <a:ext uri="{FF2B5EF4-FFF2-40B4-BE49-F238E27FC236}">
                <a16:creationId xmlns:a16="http://schemas.microsoft.com/office/drawing/2014/main" id="{F7C0743B-2912-290E-0ADD-F12FCCABF3BC}"/>
              </a:ext>
            </a:extLst>
          </p:cNvPr>
          <p:cNvSpPr/>
          <p:nvPr/>
        </p:nvSpPr>
        <p:spPr bwMode="gray">
          <a:xfrm rot="3877923">
            <a:off x="7834613" y="3936418"/>
            <a:ext cx="582239" cy="550069"/>
          </a:xfrm>
          <a:prstGeom prst="triangle">
            <a:avLst/>
          </a:prstGeom>
          <a:solidFill>
            <a:schemeClr val="bg1">
              <a:lumMod val="40000"/>
              <a:lumOff val="60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A88C30E1-18B5-0394-8B35-3EDEC2E69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06" y="3962482"/>
            <a:ext cx="5431902" cy="239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59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F5F28DF4-08D5-4BC4-84A1-C0DCA66F4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E7142A-8747-EFAB-91ED-A144E2961E22}"/>
              </a:ext>
            </a:extLst>
          </p:cNvPr>
          <p:cNvSpPr txBox="1"/>
          <p:nvPr/>
        </p:nvSpPr>
        <p:spPr>
          <a:xfrm>
            <a:off x="6420465" y="609600"/>
            <a:ext cx="5122606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6616" indent="-356616" defTabSz="457200">
              <a:spcBef>
                <a:spcPct val="0"/>
              </a:spcBef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US" sz="3200" cap="all" dirty="0">
                <a:ln w="3175" cmpd="sng">
                  <a:noFill/>
                </a:ln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Build Automation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F49C0A-EF92-BAC9-AAFC-8BFC10BC8648}"/>
              </a:ext>
            </a:extLst>
          </p:cNvPr>
          <p:cNvSpPr txBox="1"/>
          <p:nvPr/>
        </p:nvSpPr>
        <p:spPr>
          <a:xfrm>
            <a:off x="6420465" y="2666999"/>
            <a:ext cx="5122606" cy="32162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300" b="1" cap="small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Python Build Tools</a:t>
            </a:r>
            <a:r>
              <a:rPr lang="en-US" sz="1300" cap="small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​</a:t>
            </a:r>
          </a:p>
          <a:p>
            <a:pPr marL="342900" indent="-34290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300" cap="small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Invoke and fabric libraries automate build tasks in Python-based pipelines.​</a:t>
            </a:r>
          </a:p>
          <a:p>
            <a:pPr marL="342900" indent="-34290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300" b="1" cap="small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Task Automation</a:t>
            </a:r>
            <a:r>
              <a:rPr lang="en-US" sz="1300" cap="small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​</a:t>
            </a:r>
          </a:p>
          <a:p>
            <a:pPr marL="342900" indent="-34290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300" cap="small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Automating compiling, environment setup, and dependency management reduces manual work.​</a:t>
            </a:r>
          </a:p>
          <a:p>
            <a:pPr marL="342900" indent="-34290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300" b="1" cap="small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Customizable Build Scripts</a:t>
            </a:r>
            <a:r>
              <a:rPr lang="en-US" sz="1300" cap="small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​</a:t>
            </a:r>
          </a:p>
          <a:p>
            <a:pPr marL="342900" indent="-34290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300" cap="small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Build scripts can be tailored to fit diverse project requirements and workflows.​</a:t>
            </a:r>
          </a:p>
          <a:p>
            <a:pPr marL="342900" indent="-34290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300" b="1" cap="small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AI Integration</a:t>
            </a:r>
            <a:r>
              <a:rPr lang="en-US" sz="1300" cap="small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​</a:t>
            </a:r>
          </a:p>
          <a:p>
            <a:pPr marL="342900" indent="-34290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300" cap="small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AI predicts build outcomes and suggests optimizations to enhance reliability.​</a:t>
            </a:r>
          </a:p>
          <a:p>
            <a:pPr marL="356616" indent="-356616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sz="1300" cap="small" dirty="0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sp>
        <p:nvSpPr>
          <p:cNvPr id="2057" name="Rounded Rectangle 7">
            <a:extLst>
              <a:ext uri="{FF2B5EF4-FFF2-40B4-BE49-F238E27FC236}">
                <a16:creationId xmlns:a16="http://schemas.microsoft.com/office/drawing/2014/main" id="{89AE0452-FADF-4CC9-8A9B-B5393D499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924" y="620720"/>
            <a:ext cx="5441895" cy="5272133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Build Automation: The First Step Towards DevOps Automation">
            <a:extLst>
              <a:ext uri="{FF2B5EF4-FFF2-40B4-BE49-F238E27FC236}">
                <a16:creationId xmlns:a16="http://schemas.microsoft.com/office/drawing/2014/main" id="{7D035B4A-99AD-8214-9EEA-4F81522EC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8186" y="2344255"/>
            <a:ext cx="4451371" cy="1825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4699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8C8D4-09A1-F3FF-17BA-CF5D28409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92146-F57C-F0B9-5495-396660D94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427" y="1953740"/>
            <a:ext cx="2754501" cy="470898"/>
          </a:xfrm>
        </p:spPr>
        <p:txBody>
          <a:bodyPr/>
          <a:lstStyle/>
          <a:p>
            <a:r>
              <a:rPr lang="en-US" b="0" dirty="0"/>
              <a:t>Deployment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AF34E-7754-EABC-58EC-594C6B5F3DE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29DB60D-B14D-4CB0-A1D5-896B8110D934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B4304-61BE-C947-A79D-60D05FB40D3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IN"/>
              <a:t>Key trends in P&amp;C insurance | EY Insights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C7B23-2BC1-81FF-5EF9-0CB677ECDD5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97D5D4-76B3-1515-EE61-A8E3DA4CE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47" y="2895537"/>
            <a:ext cx="6783410" cy="2901498"/>
          </a:xfrm>
          <a:prstGeom prst="rect">
            <a:avLst/>
          </a:prstGeom>
        </p:spPr>
      </p:pic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8449D4F5-500C-97F2-4277-3A4EDC12E908}"/>
              </a:ext>
            </a:extLst>
          </p:cNvPr>
          <p:cNvSpPr/>
          <p:nvPr/>
        </p:nvSpPr>
        <p:spPr>
          <a:xfrm>
            <a:off x="5066665" y="25173"/>
            <a:ext cx="4726559" cy="2870364"/>
          </a:xfrm>
          <a:prstGeom prst="cloudCallout">
            <a:avLst/>
          </a:prstGeom>
          <a:solidFill>
            <a:schemeClr val="tx2"/>
          </a:solidFill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Wingdings" pitchFamily="2" charset="2"/>
              <a:buChar char="§"/>
            </a:pPr>
            <a:endParaRPr lang="en-IN" sz="2000" dirty="0" err="1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5C7CA6-2BED-B684-6D7D-E9DEF3B97363}"/>
              </a:ext>
            </a:extLst>
          </p:cNvPr>
          <p:cNvSpPr txBox="1"/>
          <p:nvPr/>
        </p:nvSpPr>
        <p:spPr>
          <a:xfrm>
            <a:off x="5646864" y="691904"/>
            <a:ext cx="3566160" cy="1883593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pPr marL="342900" indent="-342900" fontAlgn="base">
              <a:buFont typeface="Wingdings" panose="05000000000000000000" pitchFamily="2" charset="2"/>
              <a:buChar char="v"/>
            </a:pPr>
            <a:r>
              <a:rPr lang="en-US" sz="2000" b="1" dirty="0"/>
              <a:t>Automation with Python Libraries</a:t>
            </a:r>
            <a:r>
              <a:rPr lang="en-US" sz="2000" dirty="0"/>
              <a:t>​</a:t>
            </a:r>
          </a:p>
          <a:p>
            <a:pPr marL="342900" indent="-342900" fontAlgn="base">
              <a:buFont typeface="Wingdings" panose="05000000000000000000" pitchFamily="2" charset="2"/>
              <a:buChar char="v"/>
            </a:pPr>
            <a:r>
              <a:rPr lang="en-US" sz="2000" b="1" dirty="0"/>
              <a:t>AI Predictive Analysis</a:t>
            </a:r>
            <a:r>
              <a:rPr lang="en-US" sz="2000" dirty="0"/>
              <a:t>​</a:t>
            </a:r>
          </a:p>
          <a:p>
            <a:pPr marL="342900" indent="-342900" fontAlgn="base">
              <a:buFont typeface="Wingdings" panose="05000000000000000000" pitchFamily="2" charset="2"/>
              <a:buChar char="v"/>
            </a:pPr>
            <a:r>
              <a:rPr lang="en-US" sz="2000" b="1" dirty="0"/>
              <a:t>Resource Optimization</a:t>
            </a:r>
            <a:r>
              <a:rPr lang="en-US" sz="2000" dirty="0"/>
              <a:t>​</a:t>
            </a:r>
          </a:p>
          <a:p>
            <a:pPr marL="342900" indent="-342900" fontAlgn="base">
              <a:buFont typeface="Wingdings" panose="05000000000000000000" pitchFamily="2" charset="2"/>
              <a:buChar char="v"/>
            </a:pPr>
            <a:r>
              <a:rPr lang="en-US" sz="2000" b="1" dirty="0"/>
              <a:t>Reduced Downtime and Risks</a:t>
            </a:r>
            <a:r>
              <a:rPr lang="en-US" sz="2000" dirty="0"/>
              <a:t>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C518AD-AF09-061D-971B-84D5B2A52AC7}"/>
              </a:ext>
            </a:extLst>
          </p:cNvPr>
          <p:cNvSpPr txBox="1"/>
          <p:nvPr/>
        </p:nvSpPr>
        <p:spPr>
          <a:xfrm>
            <a:off x="8179752" y="3722398"/>
            <a:ext cx="2743200" cy="480131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US" sz="3200" dirty="0">
                <a:solidFill>
                  <a:schemeClr val="tx2"/>
                </a:solidFill>
              </a:rPr>
              <a:t>Monitoring</a:t>
            </a:r>
            <a:endParaRPr lang="en-IN" sz="3200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191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43FF86-BF21-97EB-8947-39396AFDAE94}"/>
              </a:ext>
            </a:extLst>
          </p:cNvPr>
          <p:cNvSpPr txBox="1"/>
          <p:nvPr/>
        </p:nvSpPr>
        <p:spPr>
          <a:xfrm>
            <a:off x="5227181" y="1418034"/>
            <a:ext cx="7251192" cy="455509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US" sz="3200" dirty="0">
                <a:solidFill>
                  <a:srgbClr val="FFFF00"/>
                </a:solidFill>
              </a:rPr>
              <a:t>Monitoring and Feedback</a:t>
            </a:r>
            <a:r>
              <a:rPr lang="en-US" sz="3200" dirty="0">
                <a:solidFill>
                  <a:schemeClr val="tx2"/>
                </a:solidFill>
              </a:rPr>
              <a:t>​</a:t>
            </a:r>
            <a:endParaRPr lang="en-IN" sz="3200" dirty="0" err="1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AC0093-CB0E-6956-F615-4538D8B5D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61" y="2972689"/>
            <a:ext cx="9879588" cy="3885311"/>
          </a:xfrm>
          <a:prstGeom prst="rect">
            <a:avLst/>
          </a:prstGeom>
        </p:spPr>
      </p:pic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A28674EC-BD5D-E34F-433E-C2EAF48A0FEF}"/>
              </a:ext>
            </a:extLst>
          </p:cNvPr>
          <p:cNvSpPr/>
          <p:nvPr/>
        </p:nvSpPr>
        <p:spPr>
          <a:xfrm>
            <a:off x="83961" y="947957"/>
            <a:ext cx="3255264" cy="3064568"/>
          </a:xfrm>
          <a:prstGeom prst="flowChartConnector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344E47-7DF7-6D2B-2E8F-B5DC4C3B1019}"/>
              </a:ext>
            </a:extLst>
          </p:cNvPr>
          <p:cNvSpPr txBox="1"/>
          <p:nvPr/>
        </p:nvSpPr>
        <p:spPr>
          <a:xfrm>
            <a:off x="278892" y="1645789"/>
            <a:ext cx="3300984" cy="1989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</a:rPr>
              <a:t>System Metrics Collection</a:t>
            </a:r>
            <a:r>
              <a:rPr lang="en-US" dirty="0">
                <a:solidFill>
                  <a:schemeClr val="bg1"/>
                </a:solidFill>
              </a:rPr>
              <a:t>​</a:t>
            </a:r>
          </a:p>
          <a:p>
            <a:pPr marL="342900" indent="-342900" fontAlgn="base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</a:rPr>
              <a:t>AI Anomaly Detection</a:t>
            </a:r>
          </a:p>
          <a:p>
            <a:pPr marL="342900" indent="-342900" fontAlgn="base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</a:rPr>
              <a:t>Predictive Optimization</a:t>
            </a:r>
            <a:r>
              <a:rPr lang="en-US" dirty="0">
                <a:solidFill>
                  <a:schemeClr val="bg1"/>
                </a:solidFill>
              </a:rPr>
              <a:t>​</a:t>
            </a:r>
          </a:p>
          <a:p>
            <a:pPr marL="342900" indent="-342900" fontAlgn="base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</a:rPr>
              <a:t>Adaptive Feedback Integration</a:t>
            </a:r>
            <a:endParaRPr lang="en-US" dirty="0">
              <a:solidFill>
                <a:schemeClr val="bg1"/>
              </a:solidFill>
            </a:endParaRPr>
          </a:p>
          <a:p>
            <a:pPr marL="356616" indent="-356616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Char char="•"/>
            </a:pPr>
            <a:endParaRPr lang="en-IN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296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1ABA2-8EEA-A291-7CB6-1459A408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 anchor="ctr">
            <a:normAutofit/>
          </a:bodyPr>
          <a:lstStyle/>
          <a:p>
            <a:r>
              <a:rPr lang="en-US"/>
              <a:t>Summary and Benefits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69C25-A6D4-36EB-3964-9E66D1EFC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137920"/>
            <a:ext cx="5391150" cy="4947920"/>
          </a:xfrm>
        </p:spPr>
        <p:txBody>
          <a:bodyPr anchor="t">
            <a:normAutofit/>
          </a:bodyPr>
          <a:lstStyle/>
          <a:p>
            <a:pPr fontAlgn="base">
              <a:lnSpc>
                <a:spcPct val="90000"/>
              </a:lnSpc>
            </a:pPr>
            <a:r>
              <a:rPr lang="en-US" b="1" dirty="0"/>
              <a:t>Comprehensive Python Libraries</a:t>
            </a:r>
            <a:r>
              <a:rPr lang="en-US" dirty="0"/>
              <a:t>​</a:t>
            </a:r>
            <a:endParaRPr lang="en-US"/>
          </a:p>
          <a:p>
            <a:pPr fontAlgn="base">
              <a:lnSpc>
                <a:spcPct val="90000"/>
              </a:lnSpc>
            </a:pPr>
            <a:r>
              <a:rPr lang="en-US" dirty="0"/>
              <a:t>Utilizes libraries like </a:t>
            </a:r>
            <a:r>
              <a:rPr lang="en-US" dirty="0" err="1"/>
              <a:t>GitPython</a:t>
            </a:r>
            <a:r>
              <a:rPr lang="en-US" dirty="0"/>
              <a:t>, </a:t>
            </a:r>
            <a:r>
              <a:rPr lang="en-US" dirty="0" err="1"/>
              <a:t>pytest</a:t>
            </a:r>
            <a:r>
              <a:rPr lang="en-US" dirty="0"/>
              <a:t>, scikit-learn, TensorFlow, and boto3 for complete pipeline tasks.​</a:t>
            </a:r>
            <a:endParaRPr lang="en-US"/>
          </a:p>
          <a:p>
            <a:pPr fontAlgn="base">
              <a:lnSpc>
                <a:spcPct val="90000"/>
              </a:lnSpc>
            </a:pPr>
            <a:r>
              <a:rPr lang="en-US" b="1" dirty="0"/>
              <a:t>Eliminates External Dependencies</a:t>
            </a:r>
            <a:r>
              <a:rPr lang="en-US" dirty="0"/>
              <a:t>​</a:t>
            </a:r>
            <a:endParaRPr lang="en-US"/>
          </a:p>
          <a:p>
            <a:pPr fontAlgn="base">
              <a:lnSpc>
                <a:spcPct val="90000"/>
              </a:lnSpc>
            </a:pPr>
            <a:r>
              <a:rPr lang="en-US" dirty="0"/>
              <a:t>Pipeline operates independently without relying on external tools, ensuring greater control and flexibility.​</a:t>
            </a:r>
            <a:endParaRPr lang="en-US"/>
          </a:p>
          <a:p>
            <a:pPr fontAlgn="base">
              <a:lnSpc>
                <a:spcPct val="90000"/>
              </a:lnSpc>
            </a:pPr>
            <a:r>
              <a:rPr lang="en-US" b="1" dirty="0"/>
              <a:t>Customizable &amp; Intelligent Automation</a:t>
            </a:r>
            <a:r>
              <a:rPr lang="en-US" dirty="0"/>
              <a:t>​</a:t>
            </a:r>
            <a:endParaRPr lang="en-US"/>
          </a:p>
          <a:p>
            <a:pPr fontAlgn="base">
              <a:lnSpc>
                <a:spcPct val="90000"/>
              </a:lnSpc>
            </a:pPr>
            <a:r>
              <a:rPr lang="en-US" dirty="0"/>
              <a:t>Allows highly customizable workflows integrated with intelligent automation for efficient CI/CD processes.​</a:t>
            </a:r>
            <a:endParaRPr lang="en-US"/>
          </a:p>
          <a:p>
            <a:pPr fontAlgn="base">
              <a:lnSpc>
                <a:spcPct val="90000"/>
              </a:lnSpc>
            </a:pPr>
            <a:r>
              <a:rPr lang="en-US" b="1" dirty="0"/>
              <a:t>Cost-Effective &amp; Scalable</a:t>
            </a:r>
            <a:r>
              <a:rPr lang="en-US" dirty="0"/>
              <a:t>​</a:t>
            </a:r>
            <a:endParaRPr lang="en-US"/>
          </a:p>
          <a:p>
            <a:pPr fontAlgn="base">
              <a:lnSpc>
                <a:spcPct val="90000"/>
              </a:lnSpc>
            </a:pPr>
            <a:r>
              <a:rPr lang="en-US" dirty="0"/>
              <a:t>Leverages Python and AI to build scalable, efficient CI/CD pipelines aligned with modern DevOps best practices.​</a:t>
            </a:r>
            <a:endParaRPr lang="en-US"/>
          </a:p>
          <a:p>
            <a:pPr>
              <a:lnSpc>
                <a:spcPct val="90000"/>
              </a:lnSpc>
            </a:pP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B8BA6B-13C2-0BAC-0716-39988FAA5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1" y="1231231"/>
            <a:ext cx="5547841" cy="370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258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8C64C-AE91-135D-0A17-EAA78938A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F8982E-02F0-4D24-85CB-98DEBCC32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4977E0-CAC7-D0A5-E8A5-74238C02FF7B}"/>
              </a:ext>
            </a:extLst>
          </p:cNvPr>
          <p:cNvSpPr txBox="1"/>
          <p:nvPr/>
        </p:nvSpPr>
        <p:spPr>
          <a:xfrm>
            <a:off x="643192" y="609600"/>
            <a:ext cx="3643674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6616" indent="-356616" algn="ctr" defTabSz="457200">
              <a:spcBef>
                <a:spcPct val="0"/>
              </a:spcBef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US" sz="2800" cap="all">
                <a:ln w="3175" cmpd="sng">
                  <a:noFill/>
                </a:ln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860437-8060-9A99-9A0C-7DDE5C604320}"/>
              </a:ext>
            </a:extLst>
          </p:cNvPr>
          <p:cNvSpPr txBox="1"/>
          <p:nvPr/>
        </p:nvSpPr>
        <p:spPr>
          <a:xfrm>
            <a:off x="643192" y="2666999"/>
            <a:ext cx="3643674" cy="32162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400" b="1" cap="small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AI-Driven Pipeline Benefits</a:t>
            </a:r>
            <a:r>
              <a:rPr lang="en-US" sz="1400" cap="small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​:</a:t>
            </a:r>
          </a:p>
          <a:p>
            <a:pPr marL="342900" indent="-34290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400" cap="small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Using AI in CI/CD pipelines enhances flexibility, intelligence, and operational efficiency.​</a:t>
            </a:r>
          </a:p>
          <a:p>
            <a:pPr marL="342900" indent="-34290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400" b="1" cap="small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Python-Based Automation</a:t>
            </a:r>
            <a:r>
              <a:rPr lang="en-US" sz="1400" cap="small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​:</a:t>
            </a:r>
          </a:p>
          <a:p>
            <a:pPr marL="342900" indent="-34290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400" cap="small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Python enables full automation of software delivery without external dependencies.​</a:t>
            </a:r>
          </a:p>
          <a:p>
            <a:pPr marL="342900" indent="-34290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400" b="1" cap="small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Empowering Teams:</a:t>
            </a:r>
            <a:r>
              <a:rPr lang="en-US" sz="1400" cap="small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​</a:t>
            </a:r>
          </a:p>
          <a:p>
            <a:pPr marL="342900" indent="-34290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400" cap="small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This solution empowers teams to maintain control and innovate within their delivery workflow.​</a:t>
            </a:r>
          </a:p>
          <a:p>
            <a:pPr marL="356616" indent="-356616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sz="1400" cap="small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2CB72970-2D5B-4516-9F76-B1220A77B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0994" y="620720"/>
            <a:ext cx="6929447" cy="5272133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D8635-6ACD-596D-EDDC-0EA4CC58F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626" y="1817747"/>
            <a:ext cx="5934182" cy="287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90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6ErCep08dkY.Ww7Mz2Z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8&quot; Source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0/8 [0]&quot; Source=&quot;Harvey 8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1/8 [1]&quot; Source=&quot;Harvey 8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2/8 [2]&quot; Source=&quot;Harvey 8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3/8 [3]&quot; Source=&quot;Harvey 8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4/8 [4]&quot; Source=&quot;Harvey 8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5/8 [5]&quot; Source=&quot;Harvey 8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6/8 [6]&quot; Source=&quot;Harvey 8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7/8 [7]&quot; Source=&quot;Harvey 8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8/8 [8]&quot; Source=&quot;Harvey 8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theme/theme1.xml><?xml version="1.0" encoding="utf-8"?>
<a:theme xmlns:a="http://schemas.openxmlformats.org/drawingml/2006/main" name="2_EY dark background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lobal_EY_widescreen_presentation_2019_v1.4.pptx" id="{669A4694-7F8C-40EA-92E1-8E6D75010CAB}" vid="{974AC421-4F2E-46A5-9C01-6F171E240785}"/>
    </a:ext>
  </a:extLst>
</a:theme>
</file>

<file path=ppt/theme/theme2.xml><?xml version="1.0" encoding="utf-8"?>
<a:theme xmlns:a="http://schemas.openxmlformats.org/drawingml/2006/main" name="Large Text [DARK]">
  <a:themeElements>
    <a:clrScheme name="Custom 82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6054894B-E48A-4433-A55E-01D7C38471C3}" vid="{DB6FCFA3-EB28-4AA6-A739-5FCB1DFCEB9C}"/>
    </a:ext>
  </a:extLst>
</a:theme>
</file>

<file path=ppt/theme/theme3.xml><?xml version="1.0" encoding="utf-8"?>
<a:theme xmlns:a="http://schemas.openxmlformats.org/drawingml/2006/main" name="1_EY dark print">
  <a:themeElements>
    <a:clrScheme name="Custom 26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>
            <a:solidFill>
              <a:schemeClr val="bg1"/>
            </a:solidFill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4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Y_DnA_Widescreen_Template_2020_v1.4.potx" id="{B47326F4-D228-4388-9849-6833D92643F2}" vid="{8598A00E-35D3-439E-900F-5002C7281E97}"/>
    </a:ext>
  </a:extLst>
</a:theme>
</file>

<file path=ppt/theme/theme5.xml><?xml version="1.0" encoding="utf-8"?>
<a:theme xmlns:a="http://schemas.openxmlformats.org/drawingml/2006/main" name="1_EY dark background">
  <a:themeElements>
    <a:clrScheme name="Benutzerdefiniert 8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GSA_Pursuits">
      <a:majorFont>
        <a:latin typeface="EYInterstate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2D2DA"/>
        </a:solidFill>
        <a:ln w="12700" cap="sq" cmpd="sng" algn="ctr">
          <a:noFill/>
          <a:prstDash val="solid"/>
          <a:miter lim="800000"/>
          <a:tailEnd type="none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>
            <a:ln>
              <a:noFill/>
            </a:ln>
            <a:solidFill>
              <a:srgbClr val="2E2E38"/>
            </a:solidFill>
            <a:effectLst/>
            <a:uLnTx/>
            <a:uFillTx/>
          </a:defRPr>
        </a:defPPr>
      </a:lstStyle>
    </a:spDef>
    <a:lnDef>
      <a:spPr>
        <a:noFill/>
        <a:ln w="12700" cap="sq" cmpd="sng" algn="ctr">
          <a:solidFill>
            <a:srgbClr val="D2D2DA"/>
          </a:solidFill>
          <a:prstDash val="solid"/>
          <a:miter lim="800000"/>
          <a:tailEnd type="none"/>
        </a:ln>
        <a:effectLst/>
      </a:spPr>
      <a:bodyPr/>
      <a:lstStyle/>
    </a:lnDef>
    <a:txDef>
      <a:spPr>
        <a:noFill/>
        <a:ln w="12700" cap="sq">
          <a:noFill/>
          <a:miter lim="800000"/>
        </a:ln>
      </a:spPr>
      <a:bodyPr wrap="square" lIns="0" tIns="0" rIns="0" bIns="0" rtlCol="0">
        <a:noAutofit/>
      </a:bodyPr>
      <a:lstStyle>
        <a:defPPr algn="l" defTabSz="685434">
          <a:spcAft>
            <a:spcPts val="600"/>
          </a:spcAft>
          <a:buClr>
            <a:srgbClr val="FFE600"/>
          </a:buClr>
          <a:buSzPct val="80000"/>
          <a:defRPr sz="1400" kern="0" dirty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Y_DE_presentation_16x9_2019.pptx" id="{498DFC7E-2F02-4EC1-809D-1FC35964144A}" vid="{61C89142-1D04-4713-9D4A-29A35BAFA165}"/>
    </a:ext>
  </a:extLst>
</a:theme>
</file>

<file path=ppt/theme/theme6.xml><?xml version="1.0" encoding="utf-8"?>
<a:theme xmlns:a="http://schemas.openxmlformats.org/drawingml/2006/main" name="EY dark background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lobal_EY_widescreen_presentation_2019_v1.4.pptx" id="{669A4694-7F8C-40EA-92E1-8E6D75010CAB}" vid="{974AC421-4F2E-46A5-9C01-6F171E240785}"/>
    </a:ext>
  </a:extLst>
</a:theme>
</file>

<file path=ppt/theme/theme7.xml><?xml version="1.0" encoding="utf-8"?>
<a:theme xmlns:a="http://schemas.openxmlformats.org/drawingml/2006/main" name="2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>
            <a:solidFill>
              <a:schemeClr val="bg1"/>
            </a:solidFill>
          </a:defRPr>
        </a:defPPr>
      </a:lstStyle>
    </a:txDef>
  </a:objectDefaults>
  <a:extraClrSchemeLst/>
</a:theme>
</file>

<file path=ppt/theme/theme8.xml><?xml version="1.0" encoding="utf-8"?>
<a:theme xmlns:a="http://schemas.openxmlformats.org/drawingml/2006/main" name="EY dark background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>
            <a:solidFill>
              <a:schemeClr val="bg1"/>
            </a:solidFill>
          </a:defRPr>
        </a:defPPr>
      </a:lstStyle>
    </a:txDef>
  </a:objectDefaults>
  <a:extraClrSchemeLst/>
</a:theme>
</file>

<file path=ppt/theme/theme9.xml><?xml version="1.0" encoding="utf-8"?>
<a:theme xmlns:a="http://schemas.openxmlformats.org/drawingml/2006/main" name="1_EY dark background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>
            <a:solidFill>
              <a:schemeClr val="bg1"/>
            </a:solidFill>
          </a:defRPr>
        </a:defPPr>
      </a:lstStyle>
    </a:txDef>
  </a:objectDefaults>
  <a:extraClrSchemeLst/>
</a:theme>
</file>

<file path=ppt/theme/theme10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11.xml><?xml version="1.0" encoding="utf-8"?>
<a:theme xmlns:a="http://schemas.openxmlformats.org/drawingml/2006/main" name="EY dark background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lobal_EY_widescreen_presentation_2019_v1.4.pptx" id="{669A4694-7F8C-40EA-92E1-8E6D75010CAB}" vid="{974AC421-4F2E-46A5-9C01-6F171E240785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86CCDEA-8A08-4353-A516-24CC7AE63001}">
  <we:reference id="c3b3159f-c9fe-4860-a4cb-a5d5f254c545" version="9.5.6.7" store="EXCatalog" storeType="EXCatalog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578</Words>
  <Application>Microsoft Office PowerPoint</Application>
  <PresentationFormat>Widescreen</PresentationFormat>
  <Paragraphs>97</Paragraphs>
  <Slides>13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33" baseType="lpstr">
      <vt:lpstr>Aptos</vt:lpstr>
      <vt:lpstr>Arial</vt:lpstr>
      <vt:lpstr>Century Gothic</vt:lpstr>
      <vt:lpstr>EYInterstate</vt:lpstr>
      <vt:lpstr>EYInterstate Light</vt:lpstr>
      <vt:lpstr>EYInterstate regular</vt:lpstr>
      <vt:lpstr>EYInterstate regular</vt:lpstr>
      <vt:lpstr>Wingdings</vt:lpstr>
      <vt:lpstr>2_EY dark background</vt:lpstr>
      <vt:lpstr>Large Text [DARK]</vt:lpstr>
      <vt:lpstr>1_EY dark print</vt:lpstr>
      <vt:lpstr>4_EY light background</vt:lpstr>
      <vt:lpstr>1_EY dark background</vt:lpstr>
      <vt:lpstr>EY dark background</vt:lpstr>
      <vt:lpstr>2_EY light background</vt:lpstr>
      <vt:lpstr>EY dark background</vt:lpstr>
      <vt:lpstr>1_EY dark background</vt:lpstr>
      <vt:lpstr>Mesh</vt:lpstr>
      <vt:lpstr>EY dark background</vt:lpstr>
      <vt:lpstr>think-cell Slide</vt:lpstr>
      <vt:lpstr>AI-Driven CI/CD with Python Automations </vt:lpstr>
      <vt:lpstr>PowerPoint Presentation</vt:lpstr>
      <vt:lpstr>PowerPoint Presentation</vt:lpstr>
      <vt:lpstr>PowerPoint Presentation</vt:lpstr>
      <vt:lpstr>Traditional CI/CD Challenges</vt:lpstr>
      <vt:lpstr>Pipeline Architecture and Components</vt:lpstr>
      <vt:lpstr>PowerPoint Presentation</vt:lpstr>
      <vt:lpstr>Automation and AI Integration</vt:lpstr>
      <vt:lpstr>PowerPoint Presentation</vt:lpstr>
      <vt:lpstr>Deployment</vt:lpstr>
      <vt:lpstr>PowerPoint Presentation</vt:lpstr>
      <vt:lpstr>Summary and Benefits</vt:lpstr>
      <vt:lpstr>PowerPoint Presentation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Bhavani S</dc:creator>
  <cp:lastModifiedBy>Bhavani S</cp:lastModifiedBy>
  <cp:revision>5</cp:revision>
  <dcterms:created xsi:type="dcterms:W3CDTF">2025-08-19T05:53:36Z</dcterms:created>
  <dcterms:modified xsi:type="dcterms:W3CDTF">2025-11-14T05:30:05Z</dcterms:modified>
</cp:coreProperties>
</file>